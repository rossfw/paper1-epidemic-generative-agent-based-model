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1" r:id="rId2"/>
    <p:sldId id="262" r:id="rId3"/>
    <p:sldId id="263" r:id="rId4"/>
    <p:sldId id="260" r:id="rId5"/>
    <p:sldId id="256" r:id="rId6"/>
    <p:sldId id="258" r:id="rId7"/>
    <p:sldId id="257"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5AA5EA-F8FC-DD4A-1207-FD672AF5333A}" v="2" dt="2025-08-13T16:23:06.6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14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s, Ross" userId="S::rossfw@vt.edu::5b25984f-ab15-45a2-82d6-8f9908d7fbb8" providerId="AD" clId="Web-{1B5AA5EA-F8FC-DD4A-1207-FD672AF5333A}"/>
    <pc:docChg chg="modSld">
      <pc:chgData name="Williams, Ross" userId="S::rossfw@vt.edu::5b25984f-ab15-45a2-82d6-8f9908d7fbb8" providerId="AD" clId="Web-{1B5AA5EA-F8FC-DD4A-1207-FD672AF5333A}" dt="2025-08-13T16:23:06.654" v="1" actId="14100"/>
      <pc:docMkLst>
        <pc:docMk/>
      </pc:docMkLst>
      <pc:sldChg chg="modSp">
        <pc:chgData name="Williams, Ross" userId="S::rossfw@vt.edu::5b25984f-ab15-45a2-82d6-8f9908d7fbb8" providerId="AD" clId="Web-{1B5AA5EA-F8FC-DD4A-1207-FD672AF5333A}" dt="2025-08-13T16:23:06.654" v="1" actId="14100"/>
        <pc:sldMkLst>
          <pc:docMk/>
          <pc:sldMk cId="2009200624" sldId="256"/>
        </pc:sldMkLst>
        <pc:spChg chg="mod">
          <ac:chgData name="Williams, Ross" userId="S::rossfw@vt.edu::5b25984f-ab15-45a2-82d6-8f9908d7fbb8" providerId="AD" clId="Web-{1B5AA5EA-F8FC-DD4A-1207-FD672AF5333A}" dt="2025-08-13T16:23:06.654" v="1" actId="14100"/>
          <ac:spMkLst>
            <pc:docMk/>
            <pc:sldMk cId="2009200624" sldId="256"/>
            <ac:spMk id="3" creationId="{6908E969-9286-35F4-FEC3-B3293188F8A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Collective%20Data%20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Ross\Desktop\GABM%20Epidemic%20Round%20%232\Analysis\Collective%20Analysis\Collective%20Data%20Analy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Ross\Desktop\GABM%20Epidemic%20Round%20%232\Analysis\Collective%20Analysis\Collective%20Data%20Analysis.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Ross\Desktop\GABM%20Epidemic%20Round%20%232\Analysis\Collective%20Analysis\Collective%20Data%20Analysis.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Ross\Desktop\GABM%20Epidemic%20Round%20%232\Analysis\Collective%20Analysis\Collective%20Data%20Analysis.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Ross\Desktop\GABM%20Epidemic%20Round%20%232\Analysis\Collective%20Analysis\Collective%20Data%20Analysis.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Full%20Feedback%20Figure%204%20Data\mod_easy_to_view_indiv_response.xlsx"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Full%20Feedback%20Figure%204%20Data\mod_easy_to_view_indiv_response.xlsx"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Ross\Dropbox\GABM%20Epidemic%20Round%20%232\Analysis\Collective%20Analysis\Full%20Feedback%20Figure%204%20Data\mod_easy_to_view_indiv_response.xlsx" TargetMode="External"/><Relationship Id="rId2" Type="http://schemas.microsoft.com/office/2011/relationships/chartColorStyle" Target="colors15.xml"/><Relationship Id="rId1" Type="http://schemas.microsoft.com/office/2011/relationships/chartStyle" Target="style1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'Infected NF'!$B$2</c:f>
              <c:strCache>
                <c:ptCount val="1"/>
                <c:pt idx="0">
                  <c:v>Run 1</c:v>
                </c:pt>
              </c:strCache>
            </c:strRef>
          </c:tx>
          <c:spPr>
            <a:ln w="19050" cap="rnd">
              <a:solidFill>
                <a:schemeClr val="accent3">
                  <a:shade val="41000"/>
                </a:schemeClr>
              </a:solidFill>
              <a:round/>
            </a:ln>
            <a:effectLst/>
          </c:spPr>
          <c:marker>
            <c:symbol val="none"/>
          </c:marker>
          <c:yVal>
            <c:numRef>
              <c:f>'Infected NF'!$B$3:$B$29</c:f>
              <c:numCache>
                <c:formatCode>General</c:formatCode>
                <c:ptCount val="27"/>
                <c:pt idx="0">
                  <c:v>2</c:v>
                </c:pt>
                <c:pt idx="1">
                  <c:v>6</c:v>
                </c:pt>
                <c:pt idx="2">
                  <c:v>9</c:v>
                </c:pt>
                <c:pt idx="3">
                  <c:v>15</c:v>
                </c:pt>
                <c:pt idx="4">
                  <c:v>40</c:v>
                </c:pt>
                <c:pt idx="5">
                  <c:v>78</c:v>
                </c:pt>
                <c:pt idx="6">
                  <c:v>146</c:v>
                </c:pt>
                <c:pt idx="7">
                  <c:v>234</c:v>
                </c:pt>
                <c:pt idx="8">
                  <c:v>389</c:v>
                </c:pt>
                <c:pt idx="9">
                  <c:v>581</c:v>
                </c:pt>
                <c:pt idx="10">
                  <c:v>739</c:v>
                </c:pt>
                <c:pt idx="11">
                  <c:v>814</c:v>
                </c:pt>
                <c:pt idx="12">
                  <c:v>805</c:v>
                </c:pt>
                <c:pt idx="13">
                  <c:v>741</c:v>
                </c:pt>
                <c:pt idx="14">
                  <c:v>595</c:v>
                </c:pt>
                <c:pt idx="15">
                  <c:v>400</c:v>
                </c:pt>
                <c:pt idx="16">
                  <c:v>218</c:v>
                </c:pt>
                <c:pt idx="17">
                  <c:v>105</c:v>
                </c:pt>
                <c:pt idx="18">
                  <c:v>44</c:v>
                </c:pt>
                <c:pt idx="19">
                  <c:v>16</c:v>
                </c:pt>
                <c:pt idx="20">
                  <c:v>4</c:v>
                </c:pt>
                <c:pt idx="21">
                  <c:v>1</c:v>
                </c:pt>
                <c:pt idx="22">
                  <c:v>0</c:v>
                </c:pt>
                <c:pt idx="23">
                  <c:v>0</c:v>
                </c:pt>
                <c:pt idx="24">
                  <c:v>0</c:v>
                </c:pt>
                <c:pt idx="25">
                  <c:v>0</c:v>
                </c:pt>
                <c:pt idx="26">
                  <c:v>0</c:v>
                </c:pt>
              </c:numCache>
            </c:numRef>
          </c:yVal>
          <c:smooth val="0"/>
          <c:extLst>
            <c:ext xmlns:c16="http://schemas.microsoft.com/office/drawing/2014/chart" uri="{C3380CC4-5D6E-409C-BE32-E72D297353CC}">
              <c16:uniqueId val="{00000000-66D5-4CAD-A538-1F91B5BE2BFF}"/>
            </c:ext>
          </c:extLst>
        </c:ser>
        <c:ser>
          <c:idx val="1"/>
          <c:order val="1"/>
          <c:tx>
            <c:strRef>
              <c:f>'Infected NF'!$C$2</c:f>
              <c:strCache>
                <c:ptCount val="1"/>
                <c:pt idx="0">
                  <c:v>Run 2</c:v>
                </c:pt>
              </c:strCache>
            </c:strRef>
          </c:tx>
          <c:spPr>
            <a:ln w="19050" cap="rnd">
              <a:solidFill>
                <a:schemeClr val="accent3">
                  <a:shade val="53000"/>
                </a:schemeClr>
              </a:solidFill>
              <a:round/>
            </a:ln>
            <a:effectLst/>
          </c:spPr>
          <c:marker>
            <c:symbol val="none"/>
          </c:marker>
          <c:yVal>
            <c:numRef>
              <c:f>'Infected NF'!$C$3:$C$29</c:f>
              <c:numCache>
                <c:formatCode>General</c:formatCode>
                <c:ptCount val="27"/>
                <c:pt idx="0">
                  <c:v>2</c:v>
                </c:pt>
                <c:pt idx="1">
                  <c:v>4</c:v>
                </c:pt>
                <c:pt idx="2">
                  <c:v>8</c:v>
                </c:pt>
                <c:pt idx="3">
                  <c:v>15</c:v>
                </c:pt>
                <c:pt idx="4">
                  <c:v>24</c:v>
                </c:pt>
                <c:pt idx="5">
                  <c:v>58</c:v>
                </c:pt>
                <c:pt idx="6">
                  <c:v>121</c:v>
                </c:pt>
                <c:pt idx="7">
                  <c:v>212</c:v>
                </c:pt>
                <c:pt idx="8">
                  <c:v>372</c:v>
                </c:pt>
                <c:pt idx="9">
                  <c:v>555</c:v>
                </c:pt>
                <c:pt idx="10">
                  <c:v>732</c:v>
                </c:pt>
                <c:pt idx="11">
                  <c:v>829</c:v>
                </c:pt>
                <c:pt idx="12">
                  <c:v>833</c:v>
                </c:pt>
                <c:pt idx="13">
                  <c:v>764</c:v>
                </c:pt>
                <c:pt idx="14">
                  <c:v>611</c:v>
                </c:pt>
                <c:pt idx="15">
                  <c:v>425</c:v>
                </c:pt>
                <c:pt idx="16">
                  <c:v>240</c:v>
                </c:pt>
                <c:pt idx="17">
                  <c:v>109</c:v>
                </c:pt>
                <c:pt idx="18">
                  <c:v>41</c:v>
                </c:pt>
                <c:pt idx="19">
                  <c:v>17</c:v>
                </c:pt>
                <c:pt idx="20">
                  <c:v>6</c:v>
                </c:pt>
                <c:pt idx="21">
                  <c:v>2</c:v>
                </c:pt>
                <c:pt idx="22">
                  <c:v>1</c:v>
                </c:pt>
                <c:pt idx="23">
                  <c:v>1</c:v>
                </c:pt>
                <c:pt idx="24">
                  <c:v>0</c:v>
                </c:pt>
                <c:pt idx="25">
                  <c:v>0</c:v>
                </c:pt>
                <c:pt idx="26">
                  <c:v>0</c:v>
                </c:pt>
              </c:numCache>
            </c:numRef>
          </c:yVal>
          <c:smooth val="0"/>
          <c:extLst>
            <c:ext xmlns:c16="http://schemas.microsoft.com/office/drawing/2014/chart" uri="{C3380CC4-5D6E-409C-BE32-E72D297353CC}">
              <c16:uniqueId val="{00000001-66D5-4CAD-A538-1F91B5BE2BFF}"/>
            </c:ext>
          </c:extLst>
        </c:ser>
        <c:ser>
          <c:idx val="2"/>
          <c:order val="2"/>
          <c:tx>
            <c:strRef>
              <c:f>'Infected NF'!$D$2</c:f>
              <c:strCache>
                <c:ptCount val="1"/>
                <c:pt idx="0">
                  <c:v>Run 3</c:v>
                </c:pt>
              </c:strCache>
            </c:strRef>
          </c:tx>
          <c:spPr>
            <a:ln w="19050" cap="rnd">
              <a:solidFill>
                <a:schemeClr val="accent3">
                  <a:shade val="65000"/>
                </a:schemeClr>
              </a:solidFill>
              <a:round/>
            </a:ln>
            <a:effectLst/>
          </c:spPr>
          <c:marker>
            <c:symbol val="none"/>
          </c:marker>
          <c:yVal>
            <c:numRef>
              <c:f>'Infected NF'!$D$3:$D$29</c:f>
              <c:numCache>
                <c:formatCode>General</c:formatCode>
                <c:ptCount val="27"/>
                <c:pt idx="0">
                  <c:v>2</c:v>
                </c:pt>
                <c:pt idx="1">
                  <c:v>4</c:v>
                </c:pt>
                <c:pt idx="2">
                  <c:v>7</c:v>
                </c:pt>
                <c:pt idx="3">
                  <c:v>12</c:v>
                </c:pt>
                <c:pt idx="4">
                  <c:v>21</c:v>
                </c:pt>
                <c:pt idx="5">
                  <c:v>43</c:v>
                </c:pt>
                <c:pt idx="6">
                  <c:v>73</c:v>
                </c:pt>
                <c:pt idx="7">
                  <c:v>133</c:v>
                </c:pt>
                <c:pt idx="8">
                  <c:v>231</c:v>
                </c:pt>
                <c:pt idx="9">
                  <c:v>390</c:v>
                </c:pt>
                <c:pt idx="10">
                  <c:v>565</c:v>
                </c:pt>
                <c:pt idx="11">
                  <c:v>716</c:v>
                </c:pt>
                <c:pt idx="12">
                  <c:v>804</c:v>
                </c:pt>
                <c:pt idx="13">
                  <c:v>811</c:v>
                </c:pt>
                <c:pt idx="14">
                  <c:v>742</c:v>
                </c:pt>
                <c:pt idx="15">
                  <c:v>585</c:v>
                </c:pt>
                <c:pt idx="16">
                  <c:v>408</c:v>
                </c:pt>
                <c:pt idx="17">
                  <c:v>237</c:v>
                </c:pt>
                <c:pt idx="18">
                  <c:v>117</c:v>
                </c:pt>
                <c:pt idx="19">
                  <c:v>50</c:v>
                </c:pt>
                <c:pt idx="20">
                  <c:v>18</c:v>
                </c:pt>
                <c:pt idx="21">
                  <c:v>11</c:v>
                </c:pt>
                <c:pt idx="22">
                  <c:v>4</c:v>
                </c:pt>
                <c:pt idx="23">
                  <c:v>2</c:v>
                </c:pt>
                <c:pt idx="24">
                  <c:v>2</c:v>
                </c:pt>
                <c:pt idx="25">
                  <c:v>0</c:v>
                </c:pt>
                <c:pt idx="26">
                  <c:v>0</c:v>
                </c:pt>
              </c:numCache>
            </c:numRef>
          </c:yVal>
          <c:smooth val="0"/>
          <c:extLst>
            <c:ext xmlns:c16="http://schemas.microsoft.com/office/drawing/2014/chart" uri="{C3380CC4-5D6E-409C-BE32-E72D297353CC}">
              <c16:uniqueId val="{00000002-66D5-4CAD-A538-1F91B5BE2BFF}"/>
            </c:ext>
          </c:extLst>
        </c:ser>
        <c:ser>
          <c:idx val="3"/>
          <c:order val="3"/>
          <c:tx>
            <c:strRef>
              <c:f>'Infected NF'!$E$2</c:f>
              <c:strCache>
                <c:ptCount val="1"/>
                <c:pt idx="0">
                  <c:v>Run 4</c:v>
                </c:pt>
              </c:strCache>
            </c:strRef>
          </c:tx>
          <c:spPr>
            <a:ln w="19050" cap="rnd">
              <a:solidFill>
                <a:schemeClr val="accent3">
                  <a:shade val="76000"/>
                </a:schemeClr>
              </a:solidFill>
              <a:round/>
            </a:ln>
            <a:effectLst/>
          </c:spPr>
          <c:marker>
            <c:symbol val="none"/>
          </c:marker>
          <c:yVal>
            <c:numRef>
              <c:f>'Infected NF'!$E$3:$E$29</c:f>
              <c:numCache>
                <c:formatCode>General</c:formatCode>
                <c:ptCount val="27"/>
                <c:pt idx="0">
                  <c:v>2</c:v>
                </c:pt>
                <c:pt idx="1">
                  <c:v>2</c:v>
                </c:pt>
                <c:pt idx="2">
                  <c:v>6</c:v>
                </c:pt>
                <c:pt idx="3">
                  <c:v>13</c:v>
                </c:pt>
                <c:pt idx="4">
                  <c:v>26</c:v>
                </c:pt>
                <c:pt idx="5">
                  <c:v>42</c:v>
                </c:pt>
                <c:pt idx="6">
                  <c:v>84</c:v>
                </c:pt>
                <c:pt idx="7">
                  <c:v>146</c:v>
                </c:pt>
                <c:pt idx="8">
                  <c:v>265</c:v>
                </c:pt>
                <c:pt idx="9">
                  <c:v>434</c:v>
                </c:pt>
                <c:pt idx="10">
                  <c:v>599</c:v>
                </c:pt>
                <c:pt idx="11">
                  <c:v>748</c:v>
                </c:pt>
                <c:pt idx="12">
                  <c:v>801</c:v>
                </c:pt>
                <c:pt idx="13">
                  <c:v>812</c:v>
                </c:pt>
                <c:pt idx="14">
                  <c:v>706</c:v>
                </c:pt>
                <c:pt idx="15">
                  <c:v>542</c:v>
                </c:pt>
                <c:pt idx="16">
                  <c:v>367</c:v>
                </c:pt>
                <c:pt idx="17">
                  <c:v>203</c:v>
                </c:pt>
                <c:pt idx="18">
                  <c:v>106</c:v>
                </c:pt>
                <c:pt idx="19">
                  <c:v>33</c:v>
                </c:pt>
                <c:pt idx="20">
                  <c:v>16</c:v>
                </c:pt>
                <c:pt idx="21">
                  <c:v>4</c:v>
                </c:pt>
                <c:pt idx="22">
                  <c:v>1</c:v>
                </c:pt>
                <c:pt idx="23">
                  <c:v>0</c:v>
                </c:pt>
                <c:pt idx="24">
                  <c:v>0</c:v>
                </c:pt>
                <c:pt idx="25">
                  <c:v>0</c:v>
                </c:pt>
                <c:pt idx="26">
                  <c:v>0</c:v>
                </c:pt>
              </c:numCache>
            </c:numRef>
          </c:yVal>
          <c:smooth val="0"/>
          <c:extLst>
            <c:ext xmlns:c16="http://schemas.microsoft.com/office/drawing/2014/chart" uri="{C3380CC4-5D6E-409C-BE32-E72D297353CC}">
              <c16:uniqueId val="{00000003-66D5-4CAD-A538-1F91B5BE2BFF}"/>
            </c:ext>
          </c:extLst>
        </c:ser>
        <c:ser>
          <c:idx val="4"/>
          <c:order val="4"/>
          <c:tx>
            <c:strRef>
              <c:f>'Infected NF'!$F$2</c:f>
              <c:strCache>
                <c:ptCount val="1"/>
                <c:pt idx="0">
                  <c:v>Run 5</c:v>
                </c:pt>
              </c:strCache>
            </c:strRef>
          </c:tx>
          <c:spPr>
            <a:ln w="19050" cap="rnd">
              <a:solidFill>
                <a:schemeClr val="accent3">
                  <a:shade val="88000"/>
                </a:schemeClr>
              </a:solidFill>
              <a:round/>
            </a:ln>
            <a:effectLst/>
          </c:spPr>
          <c:marker>
            <c:symbol val="none"/>
          </c:marker>
          <c:yVal>
            <c:numRef>
              <c:f>'Infected NF'!$F$3:$F$29</c:f>
              <c:numCache>
                <c:formatCode>General</c:formatCode>
                <c:ptCount val="27"/>
                <c:pt idx="0">
                  <c:v>2</c:v>
                </c:pt>
                <c:pt idx="1">
                  <c:v>4</c:v>
                </c:pt>
                <c:pt idx="2">
                  <c:v>7</c:v>
                </c:pt>
                <c:pt idx="3">
                  <c:v>15</c:v>
                </c:pt>
                <c:pt idx="4">
                  <c:v>33</c:v>
                </c:pt>
                <c:pt idx="5">
                  <c:v>60</c:v>
                </c:pt>
                <c:pt idx="6">
                  <c:v>121</c:v>
                </c:pt>
                <c:pt idx="7">
                  <c:v>210</c:v>
                </c:pt>
                <c:pt idx="8">
                  <c:v>363</c:v>
                </c:pt>
                <c:pt idx="9">
                  <c:v>531</c:v>
                </c:pt>
                <c:pt idx="10">
                  <c:v>702</c:v>
                </c:pt>
                <c:pt idx="11">
                  <c:v>815</c:v>
                </c:pt>
                <c:pt idx="12">
                  <c:v>824</c:v>
                </c:pt>
                <c:pt idx="13">
                  <c:v>760</c:v>
                </c:pt>
                <c:pt idx="14">
                  <c:v>617</c:v>
                </c:pt>
                <c:pt idx="15">
                  <c:v>446</c:v>
                </c:pt>
                <c:pt idx="16">
                  <c:v>262</c:v>
                </c:pt>
                <c:pt idx="17">
                  <c:v>123</c:v>
                </c:pt>
                <c:pt idx="18">
                  <c:v>51</c:v>
                </c:pt>
                <c:pt idx="19">
                  <c:v>24</c:v>
                </c:pt>
                <c:pt idx="20">
                  <c:v>12</c:v>
                </c:pt>
                <c:pt idx="21">
                  <c:v>7</c:v>
                </c:pt>
                <c:pt idx="22">
                  <c:v>2</c:v>
                </c:pt>
                <c:pt idx="23">
                  <c:v>1</c:v>
                </c:pt>
                <c:pt idx="24">
                  <c:v>1</c:v>
                </c:pt>
                <c:pt idx="25">
                  <c:v>1</c:v>
                </c:pt>
                <c:pt idx="26">
                  <c:v>0</c:v>
                </c:pt>
              </c:numCache>
            </c:numRef>
          </c:yVal>
          <c:smooth val="0"/>
          <c:extLst>
            <c:ext xmlns:c16="http://schemas.microsoft.com/office/drawing/2014/chart" uri="{C3380CC4-5D6E-409C-BE32-E72D297353CC}">
              <c16:uniqueId val="{00000004-66D5-4CAD-A538-1F91B5BE2BFF}"/>
            </c:ext>
          </c:extLst>
        </c:ser>
        <c:ser>
          <c:idx val="5"/>
          <c:order val="5"/>
          <c:tx>
            <c:strRef>
              <c:f>'Infected NF'!$G$2</c:f>
              <c:strCache>
                <c:ptCount val="1"/>
                <c:pt idx="0">
                  <c:v>Run 6</c:v>
                </c:pt>
              </c:strCache>
            </c:strRef>
          </c:tx>
          <c:spPr>
            <a:ln w="19050" cap="rnd">
              <a:solidFill>
                <a:schemeClr val="accent3"/>
              </a:solidFill>
              <a:round/>
            </a:ln>
            <a:effectLst/>
          </c:spPr>
          <c:marker>
            <c:symbol val="none"/>
          </c:marker>
          <c:yVal>
            <c:numRef>
              <c:f>'Infected NF'!$G$3:$G$29</c:f>
              <c:numCache>
                <c:formatCode>General</c:formatCode>
                <c:ptCount val="27"/>
                <c:pt idx="0">
                  <c:v>2</c:v>
                </c:pt>
                <c:pt idx="1">
                  <c:v>7</c:v>
                </c:pt>
                <c:pt idx="2">
                  <c:v>13</c:v>
                </c:pt>
                <c:pt idx="3">
                  <c:v>25</c:v>
                </c:pt>
                <c:pt idx="4">
                  <c:v>47</c:v>
                </c:pt>
                <c:pt idx="5">
                  <c:v>92</c:v>
                </c:pt>
                <c:pt idx="6">
                  <c:v>166</c:v>
                </c:pt>
                <c:pt idx="7">
                  <c:v>293</c:v>
                </c:pt>
                <c:pt idx="8">
                  <c:v>449</c:v>
                </c:pt>
                <c:pt idx="9">
                  <c:v>615</c:v>
                </c:pt>
                <c:pt idx="10">
                  <c:v>757</c:v>
                </c:pt>
                <c:pt idx="11">
                  <c:v>825</c:v>
                </c:pt>
                <c:pt idx="12">
                  <c:v>802</c:v>
                </c:pt>
                <c:pt idx="13">
                  <c:v>688</c:v>
                </c:pt>
                <c:pt idx="14">
                  <c:v>531</c:v>
                </c:pt>
                <c:pt idx="15">
                  <c:v>355</c:v>
                </c:pt>
                <c:pt idx="16">
                  <c:v>193</c:v>
                </c:pt>
                <c:pt idx="17">
                  <c:v>81</c:v>
                </c:pt>
                <c:pt idx="18">
                  <c:v>28</c:v>
                </c:pt>
                <c:pt idx="19">
                  <c:v>10</c:v>
                </c:pt>
                <c:pt idx="20">
                  <c:v>5</c:v>
                </c:pt>
                <c:pt idx="21">
                  <c:v>3</c:v>
                </c:pt>
                <c:pt idx="22">
                  <c:v>1</c:v>
                </c:pt>
                <c:pt idx="23">
                  <c:v>0</c:v>
                </c:pt>
                <c:pt idx="24">
                  <c:v>0</c:v>
                </c:pt>
                <c:pt idx="25">
                  <c:v>0</c:v>
                </c:pt>
                <c:pt idx="26">
                  <c:v>0</c:v>
                </c:pt>
              </c:numCache>
            </c:numRef>
          </c:yVal>
          <c:smooth val="0"/>
          <c:extLst>
            <c:ext xmlns:c16="http://schemas.microsoft.com/office/drawing/2014/chart" uri="{C3380CC4-5D6E-409C-BE32-E72D297353CC}">
              <c16:uniqueId val="{00000005-66D5-4CAD-A538-1F91B5BE2BFF}"/>
            </c:ext>
          </c:extLst>
        </c:ser>
        <c:ser>
          <c:idx val="6"/>
          <c:order val="6"/>
          <c:tx>
            <c:strRef>
              <c:f>'Infected NF'!$H$2</c:f>
              <c:strCache>
                <c:ptCount val="1"/>
                <c:pt idx="0">
                  <c:v>Run 7</c:v>
                </c:pt>
              </c:strCache>
            </c:strRef>
          </c:tx>
          <c:spPr>
            <a:ln w="19050" cap="rnd">
              <a:solidFill>
                <a:schemeClr val="accent3">
                  <a:tint val="89000"/>
                </a:schemeClr>
              </a:solidFill>
              <a:round/>
            </a:ln>
            <a:effectLst/>
          </c:spPr>
          <c:marker>
            <c:symbol val="none"/>
          </c:marker>
          <c:yVal>
            <c:numRef>
              <c:f>'Infected NF'!$H$3:$H$29</c:f>
              <c:numCache>
                <c:formatCode>General</c:formatCode>
                <c:ptCount val="27"/>
                <c:pt idx="0">
                  <c:v>2</c:v>
                </c:pt>
                <c:pt idx="1">
                  <c:v>2</c:v>
                </c:pt>
                <c:pt idx="2">
                  <c:v>6</c:v>
                </c:pt>
                <c:pt idx="3">
                  <c:v>14</c:v>
                </c:pt>
                <c:pt idx="4">
                  <c:v>27</c:v>
                </c:pt>
                <c:pt idx="5">
                  <c:v>52</c:v>
                </c:pt>
                <c:pt idx="6">
                  <c:v>87</c:v>
                </c:pt>
                <c:pt idx="7">
                  <c:v>160</c:v>
                </c:pt>
                <c:pt idx="8">
                  <c:v>275</c:v>
                </c:pt>
                <c:pt idx="9">
                  <c:v>443</c:v>
                </c:pt>
                <c:pt idx="10">
                  <c:v>625</c:v>
                </c:pt>
                <c:pt idx="11">
                  <c:v>757</c:v>
                </c:pt>
                <c:pt idx="12">
                  <c:v>821</c:v>
                </c:pt>
                <c:pt idx="13">
                  <c:v>790</c:v>
                </c:pt>
                <c:pt idx="14">
                  <c:v>702</c:v>
                </c:pt>
                <c:pt idx="15">
                  <c:v>535</c:v>
                </c:pt>
                <c:pt idx="16">
                  <c:v>342</c:v>
                </c:pt>
                <c:pt idx="17">
                  <c:v>189</c:v>
                </c:pt>
                <c:pt idx="18">
                  <c:v>88</c:v>
                </c:pt>
                <c:pt idx="19">
                  <c:v>47</c:v>
                </c:pt>
                <c:pt idx="20">
                  <c:v>16</c:v>
                </c:pt>
                <c:pt idx="21">
                  <c:v>7</c:v>
                </c:pt>
                <c:pt idx="22">
                  <c:v>5</c:v>
                </c:pt>
                <c:pt idx="23">
                  <c:v>1</c:v>
                </c:pt>
                <c:pt idx="24">
                  <c:v>1</c:v>
                </c:pt>
                <c:pt idx="25">
                  <c:v>0</c:v>
                </c:pt>
                <c:pt idx="26">
                  <c:v>0</c:v>
                </c:pt>
              </c:numCache>
            </c:numRef>
          </c:yVal>
          <c:smooth val="0"/>
          <c:extLst>
            <c:ext xmlns:c16="http://schemas.microsoft.com/office/drawing/2014/chart" uri="{C3380CC4-5D6E-409C-BE32-E72D297353CC}">
              <c16:uniqueId val="{00000006-66D5-4CAD-A538-1F91B5BE2BFF}"/>
            </c:ext>
          </c:extLst>
        </c:ser>
        <c:ser>
          <c:idx val="7"/>
          <c:order val="7"/>
          <c:tx>
            <c:strRef>
              <c:f>'Infected NF'!$I$2</c:f>
              <c:strCache>
                <c:ptCount val="1"/>
                <c:pt idx="0">
                  <c:v>Run 8</c:v>
                </c:pt>
              </c:strCache>
            </c:strRef>
          </c:tx>
          <c:spPr>
            <a:ln w="19050" cap="rnd">
              <a:solidFill>
                <a:schemeClr val="accent3">
                  <a:tint val="77000"/>
                </a:schemeClr>
              </a:solidFill>
              <a:round/>
            </a:ln>
            <a:effectLst/>
          </c:spPr>
          <c:marker>
            <c:symbol val="none"/>
          </c:marker>
          <c:yVal>
            <c:numRef>
              <c:f>'Infected NF'!$I$3:$I$29</c:f>
              <c:numCache>
                <c:formatCode>General</c:formatCode>
                <c:ptCount val="27"/>
                <c:pt idx="0">
                  <c:v>2</c:v>
                </c:pt>
                <c:pt idx="1">
                  <c:v>4</c:v>
                </c:pt>
                <c:pt idx="2">
                  <c:v>6</c:v>
                </c:pt>
                <c:pt idx="3">
                  <c:v>12</c:v>
                </c:pt>
                <c:pt idx="4">
                  <c:v>24</c:v>
                </c:pt>
                <c:pt idx="5">
                  <c:v>38</c:v>
                </c:pt>
                <c:pt idx="6">
                  <c:v>80</c:v>
                </c:pt>
                <c:pt idx="7">
                  <c:v>137</c:v>
                </c:pt>
                <c:pt idx="8">
                  <c:v>235</c:v>
                </c:pt>
                <c:pt idx="9">
                  <c:v>384</c:v>
                </c:pt>
                <c:pt idx="10">
                  <c:v>556</c:v>
                </c:pt>
                <c:pt idx="11">
                  <c:v>720</c:v>
                </c:pt>
                <c:pt idx="12">
                  <c:v>810</c:v>
                </c:pt>
                <c:pt idx="13">
                  <c:v>802</c:v>
                </c:pt>
                <c:pt idx="14">
                  <c:v>740</c:v>
                </c:pt>
                <c:pt idx="15">
                  <c:v>594</c:v>
                </c:pt>
                <c:pt idx="16">
                  <c:v>411</c:v>
                </c:pt>
                <c:pt idx="17">
                  <c:v>238</c:v>
                </c:pt>
                <c:pt idx="18">
                  <c:v>104</c:v>
                </c:pt>
                <c:pt idx="19">
                  <c:v>54</c:v>
                </c:pt>
                <c:pt idx="20">
                  <c:v>16</c:v>
                </c:pt>
                <c:pt idx="21">
                  <c:v>7</c:v>
                </c:pt>
                <c:pt idx="22">
                  <c:v>6</c:v>
                </c:pt>
                <c:pt idx="23">
                  <c:v>1</c:v>
                </c:pt>
                <c:pt idx="24">
                  <c:v>1</c:v>
                </c:pt>
                <c:pt idx="25">
                  <c:v>0</c:v>
                </c:pt>
                <c:pt idx="26">
                  <c:v>0</c:v>
                </c:pt>
              </c:numCache>
            </c:numRef>
          </c:yVal>
          <c:smooth val="0"/>
          <c:extLst>
            <c:ext xmlns:c16="http://schemas.microsoft.com/office/drawing/2014/chart" uri="{C3380CC4-5D6E-409C-BE32-E72D297353CC}">
              <c16:uniqueId val="{00000007-66D5-4CAD-A538-1F91B5BE2BFF}"/>
            </c:ext>
          </c:extLst>
        </c:ser>
        <c:ser>
          <c:idx val="8"/>
          <c:order val="8"/>
          <c:tx>
            <c:strRef>
              <c:f>'Infected NF'!$J$2</c:f>
              <c:strCache>
                <c:ptCount val="1"/>
                <c:pt idx="0">
                  <c:v>Run 9</c:v>
                </c:pt>
              </c:strCache>
            </c:strRef>
          </c:tx>
          <c:spPr>
            <a:ln w="19050" cap="rnd">
              <a:solidFill>
                <a:schemeClr val="accent3">
                  <a:tint val="65000"/>
                </a:schemeClr>
              </a:solidFill>
              <a:round/>
            </a:ln>
            <a:effectLst/>
          </c:spPr>
          <c:marker>
            <c:symbol val="none"/>
          </c:marker>
          <c:yVal>
            <c:numRef>
              <c:f>'Infected NF'!$J$3:$J$29</c:f>
              <c:numCache>
                <c:formatCode>General</c:formatCode>
                <c:ptCount val="27"/>
                <c:pt idx="0">
                  <c:v>2</c:v>
                </c:pt>
                <c:pt idx="1">
                  <c:v>3</c:v>
                </c:pt>
                <c:pt idx="2">
                  <c:v>4</c:v>
                </c:pt>
                <c:pt idx="3">
                  <c:v>10</c:v>
                </c:pt>
                <c:pt idx="4">
                  <c:v>17</c:v>
                </c:pt>
                <c:pt idx="5">
                  <c:v>30</c:v>
                </c:pt>
                <c:pt idx="6">
                  <c:v>60</c:v>
                </c:pt>
                <c:pt idx="7">
                  <c:v>110</c:v>
                </c:pt>
                <c:pt idx="8">
                  <c:v>185</c:v>
                </c:pt>
                <c:pt idx="9">
                  <c:v>318</c:v>
                </c:pt>
                <c:pt idx="10">
                  <c:v>489</c:v>
                </c:pt>
                <c:pt idx="11">
                  <c:v>670</c:v>
                </c:pt>
                <c:pt idx="12">
                  <c:v>784</c:v>
                </c:pt>
                <c:pt idx="13">
                  <c:v>826</c:v>
                </c:pt>
                <c:pt idx="14">
                  <c:v>788</c:v>
                </c:pt>
                <c:pt idx="15">
                  <c:v>665</c:v>
                </c:pt>
                <c:pt idx="16">
                  <c:v>490</c:v>
                </c:pt>
                <c:pt idx="17">
                  <c:v>298</c:v>
                </c:pt>
                <c:pt idx="18">
                  <c:v>154</c:v>
                </c:pt>
                <c:pt idx="19">
                  <c:v>61</c:v>
                </c:pt>
                <c:pt idx="20">
                  <c:v>23</c:v>
                </c:pt>
                <c:pt idx="21">
                  <c:v>7</c:v>
                </c:pt>
                <c:pt idx="22">
                  <c:v>4</c:v>
                </c:pt>
                <c:pt idx="23">
                  <c:v>2</c:v>
                </c:pt>
                <c:pt idx="24">
                  <c:v>0</c:v>
                </c:pt>
                <c:pt idx="25">
                  <c:v>0</c:v>
                </c:pt>
                <c:pt idx="26">
                  <c:v>0</c:v>
                </c:pt>
              </c:numCache>
            </c:numRef>
          </c:yVal>
          <c:smooth val="0"/>
          <c:extLst>
            <c:ext xmlns:c16="http://schemas.microsoft.com/office/drawing/2014/chart" uri="{C3380CC4-5D6E-409C-BE32-E72D297353CC}">
              <c16:uniqueId val="{00000008-66D5-4CAD-A538-1F91B5BE2BFF}"/>
            </c:ext>
          </c:extLst>
        </c:ser>
        <c:ser>
          <c:idx val="9"/>
          <c:order val="9"/>
          <c:tx>
            <c:strRef>
              <c:f>'Infected NF'!$K$2</c:f>
              <c:strCache>
                <c:ptCount val="1"/>
                <c:pt idx="0">
                  <c:v>Run 10</c:v>
                </c:pt>
              </c:strCache>
            </c:strRef>
          </c:tx>
          <c:spPr>
            <a:ln w="19050" cap="rnd">
              <a:solidFill>
                <a:schemeClr val="accent3">
                  <a:tint val="54000"/>
                </a:schemeClr>
              </a:solidFill>
              <a:round/>
            </a:ln>
            <a:effectLst/>
          </c:spPr>
          <c:marker>
            <c:symbol val="none"/>
          </c:marker>
          <c:yVal>
            <c:numRef>
              <c:f>'Infected NF'!$K$3:$K$29</c:f>
              <c:numCache>
                <c:formatCode>General</c:formatCode>
                <c:ptCount val="27"/>
                <c:pt idx="0">
                  <c:v>2</c:v>
                </c:pt>
                <c:pt idx="1">
                  <c:v>5</c:v>
                </c:pt>
                <c:pt idx="2">
                  <c:v>12</c:v>
                </c:pt>
                <c:pt idx="3">
                  <c:v>19</c:v>
                </c:pt>
                <c:pt idx="4">
                  <c:v>44</c:v>
                </c:pt>
                <c:pt idx="5">
                  <c:v>83</c:v>
                </c:pt>
                <c:pt idx="6">
                  <c:v>164</c:v>
                </c:pt>
                <c:pt idx="7">
                  <c:v>289</c:v>
                </c:pt>
                <c:pt idx="8">
                  <c:v>448</c:v>
                </c:pt>
                <c:pt idx="9">
                  <c:v>643</c:v>
                </c:pt>
                <c:pt idx="10">
                  <c:v>793</c:v>
                </c:pt>
                <c:pt idx="11">
                  <c:v>856</c:v>
                </c:pt>
                <c:pt idx="12">
                  <c:v>813</c:v>
                </c:pt>
                <c:pt idx="13">
                  <c:v>699</c:v>
                </c:pt>
                <c:pt idx="14">
                  <c:v>536</c:v>
                </c:pt>
                <c:pt idx="15">
                  <c:v>335</c:v>
                </c:pt>
                <c:pt idx="16">
                  <c:v>161</c:v>
                </c:pt>
                <c:pt idx="17">
                  <c:v>59</c:v>
                </c:pt>
                <c:pt idx="18">
                  <c:v>19</c:v>
                </c:pt>
                <c:pt idx="19">
                  <c:v>5</c:v>
                </c:pt>
                <c:pt idx="20">
                  <c:v>2</c:v>
                </c:pt>
                <c:pt idx="21">
                  <c:v>1</c:v>
                </c:pt>
                <c:pt idx="22">
                  <c:v>0</c:v>
                </c:pt>
                <c:pt idx="23">
                  <c:v>0</c:v>
                </c:pt>
                <c:pt idx="24">
                  <c:v>0</c:v>
                </c:pt>
                <c:pt idx="25">
                  <c:v>0</c:v>
                </c:pt>
                <c:pt idx="26">
                  <c:v>0</c:v>
                </c:pt>
              </c:numCache>
            </c:numRef>
          </c:yVal>
          <c:smooth val="0"/>
          <c:extLst>
            <c:ext xmlns:c16="http://schemas.microsoft.com/office/drawing/2014/chart" uri="{C3380CC4-5D6E-409C-BE32-E72D297353CC}">
              <c16:uniqueId val="{00000009-66D5-4CAD-A538-1F91B5BE2BFF}"/>
            </c:ext>
          </c:extLst>
        </c:ser>
        <c:ser>
          <c:idx val="10"/>
          <c:order val="10"/>
          <c:tx>
            <c:strRef>
              <c:f>'Infected NF'!$L$2</c:f>
              <c:strCache>
                <c:ptCount val="1"/>
                <c:pt idx="0">
                  <c:v>Average</c:v>
                </c:pt>
              </c:strCache>
            </c:strRef>
          </c:tx>
          <c:spPr>
            <a:ln w="28575" cap="rnd">
              <a:solidFill>
                <a:srgbClr val="C00000"/>
              </a:solidFill>
              <a:prstDash val="lgDash"/>
              <a:round/>
            </a:ln>
            <a:effectLst/>
          </c:spPr>
          <c:marker>
            <c:symbol val="none"/>
          </c:marker>
          <c:yVal>
            <c:numRef>
              <c:f>'Infected NF'!$L$3:$L$29</c:f>
              <c:numCache>
                <c:formatCode>General</c:formatCode>
                <c:ptCount val="27"/>
                <c:pt idx="0">
                  <c:v>2</c:v>
                </c:pt>
                <c:pt idx="1">
                  <c:v>4.0999999999999996</c:v>
                </c:pt>
                <c:pt idx="2">
                  <c:v>7.8</c:v>
                </c:pt>
                <c:pt idx="3">
                  <c:v>15</c:v>
                </c:pt>
                <c:pt idx="4">
                  <c:v>30.3</c:v>
                </c:pt>
                <c:pt idx="5">
                  <c:v>57.6</c:v>
                </c:pt>
                <c:pt idx="6">
                  <c:v>110.2</c:v>
                </c:pt>
                <c:pt idx="7">
                  <c:v>192.4</c:v>
                </c:pt>
                <c:pt idx="8">
                  <c:v>321.2</c:v>
                </c:pt>
                <c:pt idx="9">
                  <c:v>489.4</c:v>
                </c:pt>
                <c:pt idx="10">
                  <c:v>655.7</c:v>
                </c:pt>
                <c:pt idx="11">
                  <c:v>775</c:v>
                </c:pt>
                <c:pt idx="12">
                  <c:v>809.7</c:v>
                </c:pt>
                <c:pt idx="13">
                  <c:v>769.3</c:v>
                </c:pt>
                <c:pt idx="14">
                  <c:v>656.8</c:v>
                </c:pt>
                <c:pt idx="15">
                  <c:v>488.2</c:v>
                </c:pt>
                <c:pt idx="16">
                  <c:v>309.2</c:v>
                </c:pt>
                <c:pt idx="17">
                  <c:v>164.2</c:v>
                </c:pt>
                <c:pt idx="18">
                  <c:v>75.2</c:v>
                </c:pt>
                <c:pt idx="19">
                  <c:v>31.7</c:v>
                </c:pt>
                <c:pt idx="20">
                  <c:v>11.8</c:v>
                </c:pt>
                <c:pt idx="21">
                  <c:v>5</c:v>
                </c:pt>
                <c:pt idx="22">
                  <c:v>2.4</c:v>
                </c:pt>
                <c:pt idx="23">
                  <c:v>0.8</c:v>
                </c:pt>
                <c:pt idx="24">
                  <c:v>0.5</c:v>
                </c:pt>
                <c:pt idx="25">
                  <c:v>0.1</c:v>
                </c:pt>
                <c:pt idx="26">
                  <c:v>0</c:v>
                </c:pt>
              </c:numCache>
            </c:numRef>
          </c:yVal>
          <c:smooth val="0"/>
          <c:extLst>
            <c:ext xmlns:c16="http://schemas.microsoft.com/office/drawing/2014/chart" uri="{C3380CC4-5D6E-409C-BE32-E72D297353CC}">
              <c16:uniqueId val="{0000000A-66D5-4CAD-A538-1F91B5BE2BFF}"/>
            </c:ext>
          </c:extLst>
        </c:ser>
        <c:dLbls>
          <c:showLegendKey val="0"/>
          <c:showVal val="0"/>
          <c:showCatName val="0"/>
          <c:showSerName val="0"/>
          <c:showPercent val="0"/>
          <c:showBubbleSize val="0"/>
        </c:dLbls>
        <c:axId val="1077390784"/>
        <c:axId val="1318262624"/>
      </c:scatterChart>
      <c:valAx>
        <c:axId val="10773907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8262624"/>
        <c:crosses val="autoZero"/>
        <c:crossBetween val="midCat"/>
      </c:valAx>
      <c:valAx>
        <c:axId val="1318262624"/>
        <c:scaling>
          <c:orientation val="minMax"/>
          <c:max val="100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Infected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7390784"/>
        <c:crosses val="autoZero"/>
        <c:crossBetween val="midCat"/>
        <c:majorUnit val="200"/>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 Out NF'!$O$2</c:f>
              <c:strCache>
                <c:ptCount val="1"/>
                <c:pt idx="0">
                  <c:v>Run 1</c:v>
                </c:pt>
              </c:strCache>
            </c:strRef>
          </c:tx>
          <c:spPr>
            <a:ln w="19050" cap="rnd">
              <a:solidFill>
                <a:schemeClr val="accent3">
                  <a:shade val="41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NF'!$O$3:$O$29</c:f>
              <c:numCache>
                <c:formatCode>General</c:formatCode>
                <c:ptCount val="2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numCache>
            </c:numRef>
          </c:yVal>
          <c:smooth val="0"/>
          <c:extLst>
            <c:ext xmlns:c16="http://schemas.microsoft.com/office/drawing/2014/chart" uri="{C3380CC4-5D6E-409C-BE32-E72D297353CC}">
              <c16:uniqueId val="{00000000-940A-4454-9AF5-7A6035D13ABE}"/>
            </c:ext>
          </c:extLst>
        </c:ser>
        <c:ser>
          <c:idx val="1"/>
          <c:order val="1"/>
          <c:tx>
            <c:strRef>
              <c:f>'# Out NF'!$P$2</c:f>
              <c:strCache>
                <c:ptCount val="1"/>
                <c:pt idx="0">
                  <c:v>Run 2</c:v>
                </c:pt>
              </c:strCache>
            </c:strRef>
          </c:tx>
          <c:spPr>
            <a:ln w="19050" cap="rnd">
              <a:solidFill>
                <a:schemeClr val="accent3">
                  <a:shade val="53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NF'!$P$3:$P$29</c:f>
              <c:numCache>
                <c:formatCode>General</c:formatCode>
                <c:ptCount val="2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numCache>
            </c:numRef>
          </c:yVal>
          <c:smooth val="0"/>
          <c:extLst>
            <c:ext xmlns:c16="http://schemas.microsoft.com/office/drawing/2014/chart" uri="{C3380CC4-5D6E-409C-BE32-E72D297353CC}">
              <c16:uniqueId val="{00000001-940A-4454-9AF5-7A6035D13ABE}"/>
            </c:ext>
          </c:extLst>
        </c:ser>
        <c:ser>
          <c:idx val="2"/>
          <c:order val="2"/>
          <c:tx>
            <c:strRef>
              <c:f>'# Out NF'!$Q$2</c:f>
              <c:strCache>
                <c:ptCount val="1"/>
                <c:pt idx="0">
                  <c:v>Run 3</c:v>
                </c:pt>
              </c:strCache>
            </c:strRef>
          </c:tx>
          <c:spPr>
            <a:ln w="19050" cap="rnd">
              <a:solidFill>
                <a:schemeClr val="accent3">
                  <a:shade val="65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NF'!$Q$3:$Q$29</c:f>
              <c:numCache>
                <c:formatCode>General</c:formatCode>
                <c:ptCount val="27"/>
                <c:pt idx="0">
                  <c:v>1</c:v>
                </c:pt>
                <c:pt idx="1">
                  <c:v>0.999</c:v>
                </c:pt>
                <c:pt idx="2">
                  <c:v>0.999</c:v>
                </c:pt>
                <c:pt idx="3">
                  <c:v>0.999</c:v>
                </c:pt>
                <c:pt idx="4">
                  <c:v>0.999</c:v>
                </c:pt>
                <c:pt idx="5">
                  <c:v>0.999</c:v>
                </c:pt>
                <c:pt idx="6">
                  <c:v>0.999</c:v>
                </c:pt>
                <c:pt idx="7">
                  <c:v>0.999</c:v>
                </c:pt>
                <c:pt idx="8">
                  <c:v>0.999</c:v>
                </c:pt>
                <c:pt idx="9">
                  <c:v>0.999</c:v>
                </c:pt>
                <c:pt idx="10">
                  <c:v>0.999</c:v>
                </c:pt>
                <c:pt idx="11">
                  <c:v>0.999</c:v>
                </c:pt>
                <c:pt idx="12">
                  <c:v>0.999</c:v>
                </c:pt>
                <c:pt idx="13">
                  <c:v>0.999</c:v>
                </c:pt>
                <c:pt idx="14">
                  <c:v>0.999</c:v>
                </c:pt>
                <c:pt idx="15">
                  <c:v>0.999</c:v>
                </c:pt>
                <c:pt idx="16">
                  <c:v>0.999</c:v>
                </c:pt>
                <c:pt idx="17">
                  <c:v>0.999</c:v>
                </c:pt>
                <c:pt idx="18">
                  <c:v>0.999</c:v>
                </c:pt>
                <c:pt idx="19">
                  <c:v>0.999</c:v>
                </c:pt>
                <c:pt idx="20">
                  <c:v>0.999</c:v>
                </c:pt>
                <c:pt idx="21">
                  <c:v>0.999</c:v>
                </c:pt>
                <c:pt idx="22">
                  <c:v>0.999</c:v>
                </c:pt>
                <c:pt idx="23">
                  <c:v>0.999</c:v>
                </c:pt>
                <c:pt idx="24">
                  <c:v>0.999</c:v>
                </c:pt>
                <c:pt idx="25">
                  <c:v>0.999</c:v>
                </c:pt>
                <c:pt idx="26">
                  <c:v>1</c:v>
                </c:pt>
              </c:numCache>
            </c:numRef>
          </c:yVal>
          <c:smooth val="0"/>
          <c:extLst>
            <c:ext xmlns:c16="http://schemas.microsoft.com/office/drawing/2014/chart" uri="{C3380CC4-5D6E-409C-BE32-E72D297353CC}">
              <c16:uniqueId val="{00000002-940A-4454-9AF5-7A6035D13ABE}"/>
            </c:ext>
          </c:extLst>
        </c:ser>
        <c:ser>
          <c:idx val="3"/>
          <c:order val="3"/>
          <c:tx>
            <c:strRef>
              <c:f>'# Out NF'!$R$2</c:f>
              <c:strCache>
                <c:ptCount val="1"/>
                <c:pt idx="0">
                  <c:v>Run 4</c:v>
                </c:pt>
              </c:strCache>
            </c:strRef>
          </c:tx>
          <c:spPr>
            <a:ln w="19050" cap="rnd">
              <a:solidFill>
                <a:schemeClr val="accent3">
                  <a:shade val="76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NF'!$R$3:$R$29</c:f>
              <c:numCache>
                <c:formatCode>General</c:formatCode>
                <c:ptCount val="27"/>
                <c:pt idx="0">
                  <c:v>1</c:v>
                </c:pt>
                <c:pt idx="1">
                  <c:v>0.999</c:v>
                </c:pt>
                <c:pt idx="2">
                  <c:v>0.999</c:v>
                </c:pt>
                <c:pt idx="3">
                  <c:v>0.999</c:v>
                </c:pt>
                <c:pt idx="4">
                  <c:v>0.999</c:v>
                </c:pt>
                <c:pt idx="5">
                  <c:v>0.999</c:v>
                </c:pt>
                <c:pt idx="6">
                  <c:v>0.999</c:v>
                </c:pt>
                <c:pt idx="7">
                  <c:v>0.999</c:v>
                </c:pt>
                <c:pt idx="8">
                  <c:v>0.999</c:v>
                </c:pt>
                <c:pt idx="9">
                  <c:v>0.999</c:v>
                </c:pt>
                <c:pt idx="10">
                  <c:v>0.999</c:v>
                </c:pt>
                <c:pt idx="11">
                  <c:v>0.999</c:v>
                </c:pt>
                <c:pt idx="12">
                  <c:v>0.999</c:v>
                </c:pt>
                <c:pt idx="13">
                  <c:v>0.999</c:v>
                </c:pt>
                <c:pt idx="14">
                  <c:v>0.999</c:v>
                </c:pt>
                <c:pt idx="15">
                  <c:v>0.999</c:v>
                </c:pt>
                <c:pt idx="16">
                  <c:v>0.999</c:v>
                </c:pt>
                <c:pt idx="17">
                  <c:v>0.999</c:v>
                </c:pt>
                <c:pt idx="18">
                  <c:v>0.999</c:v>
                </c:pt>
                <c:pt idx="19">
                  <c:v>0.999</c:v>
                </c:pt>
                <c:pt idx="20">
                  <c:v>0.998</c:v>
                </c:pt>
                <c:pt idx="21">
                  <c:v>0.999</c:v>
                </c:pt>
                <c:pt idx="22">
                  <c:v>0.999</c:v>
                </c:pt>
                <c:pt idx="23">
                  <c:v>0.999</c:v>
                </c:pt>
                <c:pt idx="24">
                  <c:v>1</c:v>
                </c:pt>
                <c:pt idx="25">
                  <c:v>1</c:v>
                </c:pt>
                <c:pt idx="26">
                  <c:v>1</c:v>
                </c:pt>
              </c:numCache>
            </c:numRef>
          </c:yVal>
          <c:smooth val="0"/>
          <c:extLst>
            <c:ext xmlns:c16="http://schemas.microsoft.com/office/drawing/2014/chart" uri="{C3380CC4-5D6E-409C-BE32-E72D297353CC}">
              <c16:uniqueId val="{00000003-940A-4454-9AF5-7A6035D13ABE}"/>
            </c:ext>
          </c:extLst>
        </c:ser>
        <c:ser>
          <c:idx val="4"/>
          <c:order val="4"/>
          <c:tx>
            <c:strRef>
              <c:f>'# Out NF'!$S$2</c:f>
              <c:strCache>
                <c:ptCount val="1"/>
                <c:pt idx="0">
                  <c:v>Run 5</c:v>
                </c:pt>
              </c:strCache>
            </c:strRef>
          </c:tx>
          <c:spPr>
            <a:ln w="19050" cap="rnd">
              <a:solidFill>
                <a:schemeClr val="accent3">
                  <a:shade val="88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NF'!$S$3:$S$29</c:f>
              <c:numCache>
                <c:formatCode>General</c:formatCode>
                <c:ptCount val="27"/>
                <c:pt idx="0">
                  <c:v>1</c:v>
                </c:pt>
                <c:pt idx="1">
                  <c:v>0.999</c:v>
                </c:pt>
                <c:pt idx="2">
                  <c:v>0.999</c:v>
                </c:pt>
                <c:pt idx="3">
                  <c:v>0.999</c:v>
                </c:pt>
                <c:pt idx="4">
                  <c:v>0.999</c:v>
                </c:pt>
                <c:pt idx="5">
                  <c:v>0.999</c:v>
                </c:pt>
                <c:pt idx="6">
                  <c:v>0.999</c:v>
                </c:pt>
                <c:pt idx="7">
                  <c:v>0.999</c:v>
                </c:pt>
                <c:pt idx="8">
                  <c:v>0.999</c:v>
                </c:pt>
                <c:pt idx="9">
                  <c:v>0.999</c:v>
                </c:pt>
                <c:pt idx="10">
                  <c:v>0.998</c:v>
                </c:pt>
                <c:pt idx="11">
                  <c:v>0.999</c:v>
                </c:pt>
                <c:pt idx="12">
                  <c:v>0.998</c:v>
                </c:pt>
                <c:pt idx="13">
                  <c:v>0.999</c:v>
                </c:pt>
                <c:pt idx="14">
                  <c:v>0.999</c:v>
                </c:pt>
                <c:pt idx="15">
                  <c:v>0.999</c:v>
                </c:pt>
                <c:pt idx="16">
                  <c:v>0.999</c:v>
                </c:pt>
                <c:pt idx="17">
                  <c:v>0.999</c:v>
                </c:pt>
                <c:pt idx="18">
                  <c:v>0.999</c:v>
                </c:pt>
                <c:pt idx="19">
                  <c:v>0.999</c:v>
                </c:pt>
                <c:pt idx="20">
                  <c:v>0.998</c:v>
                </c:pt>
                <c:pt idx="21">
                  <c:v>0.999</c:v>
                </c:pt>
                <c:pt idx="22">
                  <c:v>0.998</c:v>
                </c:pt>
                <c:pt idx="23">
                  <c:v>0.998</c:v>
                </c:pt>
                <c:pt idx="24">
                  <c:v>0.998</c:v>
                </c:pt>
                <c:pt idx="25">
                  <c:v>0.998</c:v>
                </c:pt>
                <c:pt idx="26">
                  <c:v>1</c:v>
                </c:pt>
              </c:numCache>
            </c:numRef>
          </c:yVal>
          <c:smooth val="0"/>
          <c:extLst>
            <c:ext xmlns:c16="http://schemas.microsoft.com/office/drawing/2014/chart" uri="{C3380CC4-5D6E-409C-BE32-E72D297353CC}">
              <c16:uniqueId val="{00000004-940A-4454-9AF5-7A6035D13ABE}"/>
            </c:ext>
          </c:extLst>
        </c:ser>
        <c:ser>
          <c:idx val="5"/>
          <c:order val="5"/>
          <c:tx>
            <c:strRef>
              <c:f>'# Out NF'!$T$2</c:f>
              <c:strCache>
                <c:ptCount val="1"/>
                <c:pt idx="0">
                  <c:v>Run 6</c:v>
                </c:pt>
              </c:strCache>
            </c:strRef>
          </c:tx>
          <c:spPr>
            <a:ln w="19050" cap="rnd">
              <a:solidFill>
                <a:schemeClr val="accent3"/>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NF'!$T$3:$T$29</c:f>
              <c:numCache>
                <c:formatCode>General</c:formatCode>
                <c:ptCount val="2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numCache>
            </c:numRef>
          </c:yVal>
          <c:smooth val="0"/>
          <c:extLst>
            <c:ext xmlns:c16="http://schemas.microsoft.com/office/drawing/2014/chart" uri="{C3380CC4-5D6E-409C-BE32-E72D297353CC}">
              <c16:uniqueId val="{00000005-940A-4454-9AF5-7A6035D13ABE}"/>
            </c:ext>
          </c:extLst>
        </c:ser>
        <c:ser>
          <c:idx val="6"/>
          <c:order val="6"/>
          <c:tx>
            <c:strRef>
              <c:f>'# Out NF'!$U$2</c:f>
              <c:strCache>
                <c:ptCount val="1"/>
                <c:pt idx="0">
                  <c:v>Run 7</c:v>
                </c:pt>
              </c:strCache>
            </c:strRef>
          </c:tx>
          <c:spPr>
            <a:ln w="19050" cap="rnd">
              <a:solidFill>
                <a:schemeClr val="accent3">
                  <a:tint val="89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NF'!$U$3:$U$29</c:f>
              <c:numCache>
                <c:formatCode>General</c:formatCode>
                <c:ptCount val="2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numCache>
            </c:numRef>
          </c:yVal>
          <c:smooth val="0"/>
          <c:extLst>
            <c:ext xmlns:c16="http://schemas.microsoft.com/office/drawing/2014/chart" uri="{C3380CC4-5D6E-409C-BE32-E72D297353CC}">
              <c16:uniqueId val="{00000006-940A-4454-9AF5-7A6035D13ABE}"/>
            </c:ext>
          </c:extLst>
        </c:ser>
        <c:ser>
          <c:idx val="7"/>
          <c:order val="7"/>
          <c:tx>
            <c:strRef>
              <c:f>'# Out NF'!$V$2</c:f>
              <c:strCache>
                <c:ptCount val="1"/>
                <c:pt idx="0">
                  <c:v>Run 8</c:v>
                </c:pt>
              </c:strCache>
            </c:strRef>
          </c:tx>
          <c:spPr>
            <a:ln w="19050" cap="rnd">
              <a:solidFill>
                <a:schemeClr val="accent3">
                  <a:tint val="77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NF'!$V$3:$V$29</c:f>
              <c:numCache>
                <c:formatCode>General</c:formatCode>
                <c:ptCount val="27"/>
                <c:pt idx="0">
                  <c:v>1</c:v>
                </c:pt>
                <c:pt idx="1">
                  <c:v>0.998</c:v>
                </c:pt>
                <c:pt idx="2">
                  <c:v>0.998</c:v>
                </c:pt>
                <c:pt idx="3">
                  <c:v>0.997</c:v>
                </c:pt>
                <c:pt idx="4">
                  <c:v>0.998</c:v>
                </c:pt>
                <c:pt idx="5">
                  <c:v>0.997</c:v>
                </c:pt>
                <c:pt idx="6">
                  <c:v>0.998</c:v>
                </c:pt>
                <c:pt idx="7">
                  <c:v>0.998</c:v>
                </c:pt>
                <c:pt idx="8">
                  <c:v>0.998</c:v>
                </c:pt>
                <c:pt idx="9">
                  <c:v>0.998</c:v>
                </c:pt>
                <c:pt idx="10">
                  <c:v>0.998</c:v>
                </c:pt>
                <c:pt idx="11">
                  <c:v>0.998</c:v>
                </c:pt>
                <c:pt idx="12">
                  <c:v>0.998</c:v>
                </c:pt>
                <c:pt idx="13">
                  <c:v>0.998</c:v>
                </c:pt>
                <c:pt idx="14">
                  <c:v>0.998</c:v>
                </c:pt>
                <c:pt idx="15">
                  <c:v>0.998</c:v>
                </c:pt>
                <c:pt idx="16">
                  <c:v>0.998</c:v>
                </c:pt>
                <c:pt idx="17">
                  <c:v>0.998</c:v>
                </c:pt>
                <c:pt idx="18">
                  <c:v>0.998</c:v>
                </c:pt>
                <c:pt idx="19">
                  <c:v>0.999</c:v>
                </c:pt>
                <c:pt idx="20">
                  <c:v>0.998</c:v>
                </c:pt>
                <c:pt idx="21">
                  <c:v>0.998</c:v>
                </c:pt>
                <c:pt idx="22">
                  <c:v>0.998</c:v>
                </c:pt>
                <c:pt idx="23">
                  <c:v>0.998</c:v>
                </c:pt>
                <c:pt idx="24">
                  <c:v>0.998</c:v>
                </c:pt>
                <c:pt idx="25">
                  <c:v>0.998</c:v>
                </c:pt>
                <c:pt idx="26">
                  <c:v>1</c:v>
                </c:pt>
              </c:numCache>
            </c:numRef>
          </c:yVal>
          <c:smooth val="0"/>
          <c:extLst>
            <c:ext xmlns:c16="http://schemas.microsoft.com/office/drawing/2014/chart" uri="{C3380CC4-5D6E-409C-BE32-E72D297353CC}">
              <c16:uniqueId val="{00000007-940A-4454-9AF5-7A6035D13ABE}"/>
            </c:ext>
          </c:extLst>
        </c:ser>
        <c:ser>
          <c:idx val="8"/>
          <c:order val="8"/>
          <c:tx>
            <c:strRef>
              <c:f>'# Out NF'!$W$2</c:f>
              <c:strCache>
                <c:ptCount val="1"/>
                <c:pt idx="0">
                  <c:v>Run 9</c:v>
                </c:pt>
              </c:strCache>
            </c:strRef>
          </c:tx>
          <c:spPr>
            <a:ln w="19050" cap="rnd">
              <a:solidFill>
                <a:schemeClr val="accent3">
                  <a:tint val="65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NF'!$W$3:$W$29</c:f>
              <c:numCache>
                <c:formatCode>General</c:formatCode>
                <c:ptCount val="27"/>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numCache>
            </c:numRef>
          </c:yVal>
          <c:smooth val="0"/>
          <c:extLst>
            <c:ext xmlns:c16="http://schemas.microsoft.com/office/drawing/2014/chart" uri="{C3380CC4-5D6E-409C-BE32-E72D297353CC}">
              <c16:uniqueId val="{00000008-940A-4454-9AF5-7A6035D13ABE}"/>
            </c:ext>
          </c:extLst>
        </c:ser>
        <c:ser>
          <c:idx val="9"/>
          <c:order val="9"/>
          <c:tx>
            <c:strRef>
              <c:f>'# Out NF'!$X$2</c:f>
              <c:strCache>
                <c:ptCount val="1"/>
                <c:pt idx="0">
                  <c:v>Run 10</c:v>
                </c:pt>
              </c:strCache>
            </c:strRef>
          </c:tx>
          <c:spPr>
            <a:ln w="19050" cap="rnd">
              <a:solidFill>
                <a:schemeClr val="accent3">
                  <a:tint val="54000"/>
                </a:schemeClr>
              </a:solidFill>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NF'!$X$3:$X$29</c:f>
              <c:numCache>
                <c:formatCode>General</c:formatCode>
                <c:ptCount val="27"/>
                <c:pt idx="0">
                  <c:v>1</c:v>
                </c:pt>
                <c:pt idx="1">
                  <c:v>1</c:v>
                </c:pt>
                <c:pt idx="2">
                  <c:v>1</c:v>
                </c:pt>
                <c:pt idx="3">
                  <c:v>1</c:v>
                </c:pt>
                <c:pt idx="4">
                  <c:v>0.999</c:v>
                </c:pt>
                <c:pt idx="5">
                  <c:v>1</c:v>
                </c:pt>
                <c:pt idx="6">
                  <c:v>1</c:v>
                </c:pt>
                <c:pt idx="7">
                  <c:v>1</c:v>
                </c:pt>
                <c:pt idx="8">
                  <c:v>1</c:v>
                </c:pt>
                <c:pt idx="9">
                  <c:v>0.999</c:v>
                </c:pt>
                <c:pt idx="10">
                  <c:v>1</c:v>
                </c:pt>
                <c:pt idx="11">
                  <c:v>1</c:v>
                </c:pt>
                <c:pt idx="12">
                  <c:v>0.999</c:v>
                </c:pt>
                <c:pt idx="13">
                  <c:v>1</c:v>
                </c:pt>
                <c:pt idx="14">
                  <c:v>1</c:v>
                </c:pt>
                <c:pt idx="15">
                  <c:v>1</c:v>
                </c:pt>
                <c:pt idx="16">
                  <c:v>0.999</c:v>
                </c:pt>
                <c:pt idx="17">
                  <c:v>1</c:v>
                </c:pt>
                <c:pt idx="18">
                  <c:v>1</c:v>
                </c:pt>
                <c:pt idx="19">
                  <c:v>1</c:v>
                </c:pt>
                <c:pt idx="20">
                  <c:v>1</c:v>
                </c:pt>
                <c:pt idx="21">
                  <c:v>1</c:v>
                </c:pt>
                <c:pt idx="22">
                  <c:v>1</c:v>
                </c:pt>
                <c:pt idx="23">
                  <c:v>1</c:v>
                </c:pt>
                <c:pt idx="24">
                  <c:v>1</c:v>
                </c:pt>
                <c:pt idx="25">
                  <c:v>1</c:v>
                </c:pt>
                <c:pt idx="26">
                  <c:v>1</c:v>
                </c:pt>
              </c:numCache>
            </c:numRef>
          </c:yVal>
          <c:smooth val="0"/>
          <c:extLst>
            <c:ext xmlns:c16="http://schemas.microsoft.com/office/drawing/2014/chart" uri="{C3380CC4-5D6E-409C-BE32-E72D297353CC}">
              <c16:uniqueId val="{00000009-940A-4454-9AF5-7A6035D13ABE}"/>
            </c:ext>
          </c:extLst>
        </c:ser>
        <c:ser>
          <c:idx val="10"/>
          <c:order val="10"/>
          <c:tx>
            <c:strRef>
              <c:f>'# Out NF'!$Y$2</c:f>
              <c:strCache>
                <c:ptCount val="1"/>
                <c:pt idx="0">
                  <c:v>Average</c:v>
                </c:pt>
              </c:strCache>
            </c:strRef>
          </c:tx>
          <c:spPr>
            <a:ln w="28575" cap="rnd">
              <a:solidFill>
                <a:srgbClr val="C00000"/>
              </a:solidFill>
              <a:prstDash val="lgDash"/>
              <a:round/>
            </a:ln>
            <a:effectLst/>
          </c:spPr>
          <c:marker>
            <c:symbol val="none"/>
          </c:marker>
          <c:xVal>
            <c:numRef>
              <c:f>'# Out NF'!$N$3:$N$29</c:f>
              <c:numCache>
                <c:formatCode>General</c:formatCode>
                <c:ptCount val="27"/>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numCache>
            </c:numRef>
          </c:xVal>
          <c:yVal>
            <c:numRef>
              <c:f>'# Out NF'!$Y$3:$Y$29</c:f>
              <c:numCache>
                <c:formatCode>General</c:formatCode>
                <c:ptCount val="27"/>
                <c:pt idx="0">
                  <c:v>1</c:v>
                </c:pt>
                <c:pt idx="1">
                  <c:v>0.99950000000000006</c:v>
                </c:pt>
                <c:pt idx="2">
                  <c:v>0.99950000000000006</c:v>
                </c:pt>
                <c:pt idx="3">
                  <c:v>0.99939999999999996</c:v>
                </c:pt>
                <c:pt idx="4">
                  <c:v>0.99939999999999996</c:v>
                </c:pt>
                <c:pt idx="5">
                  <c:v>0.99939999999999996</c:v>
                </c:pt>
                <c:pt idx="6">
                  <c:v>0.99950000000000006</c:v>
                </c:pt>
                <c:pt idx="7">
                  <c:v>0.99950000000000006</c:v>
                </c:pt>
                <c:pt idx="8">
                  <c:v>0.99950000000000006</c:v>
                </c:pt>
                <c:pt idx="9">
                  <c:v>0.99939999999999996</c:v>
                </c:pt>
                <c:pt idx="10">
                  <c:v>0.99939999999999996</c:v>
                </c:pt>
                <c:pt idx="11">
                  <c:v>0.99950000000000006</c:v>
                </c:pt>
                <c:pt idx="12">
                  <c:v>0.99929999999999997</c:v>
                </c:pt>
                <c:pt idx="13">
                  <c:v>0.99950000000000006</c:v>
                </c:pt>
                <c:pt idx="14">
                  <c:v>0.99950000000000006</c:v>
                </c:pt>
                <c:pt idx="15">
                  <c:v>0.99950000000000006</c:v>
                </c:pt>
                <c:pt idx="16">
                  <c:v>0.99939999999999996</c:v>
                </c:pt>
                <c:pt idx="17">
                  <c:v>0.99950000000000006</c:v>
                </c:pt>
                <c:pt idx="18">
                  <c:v>0.99950000000000006</c:v>
                </c:pt>
                <c:pt idx="19">
                  <c:v>0.99960000000000004</c:v>
                </c:pt>
                <c:pt idx="20">
                  <c:v>0.99929999999999997</c:v>
                </c:pt>
                <c:pt idx="21">
                  <c:v>0.99950000000000006</c:v>
                </c:pt>
                <c:pt idx="22">
                  <c:v>0.99939999999999996</c:v>
                </c:pt>
                <c:pt idx="23">
                  <c:v>0.99939999999999996</c:v>
                </c:pt>
                <c:pt idx="24">
                  <c:v>0.99950000000000006</c:v>
                </c:pt>
                <c:pt idx="25">
                  <c:v>0.99950000000000006</c:v>
                </c:pt>
                <c:pt idx="26">
                  <c:v>1</c:v>
                </c:pt>
              </c:numCache>
            </c:numRef>
          </c:yVal>
          <c:smooth val="0"/>
          <c:extLst>
            <c:ext xmlns:c16="http://schemas.microsoft.com/office/drawing/2014/chart" uri="{C3380CC4-5D6E-409C-BE32-E72D297353CC}">
              <c16:uniqueId val="{0000000A-940A-4454-9AF5-7A6035D13ABE}"/>
            </c:ext>
          </c:extLst>
        </c:ser>
        <c:dLbls>
          <c:showLegendKey val="0"/>
          <c:showVal val="0"/>
          <c:showCatName val="0"/>
          <c:showSerName val="0"/>
          <c:showPercent val="0"/>
          <c:showBubbleSize val="0"/>
        </c:dLbls>
        <c:axId val="1077390784"/>
        <c:axId val="1318262624"/>
      </c:scatterChart>
      <c:valAx>
        <c:axId val="10773907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8262624"/>
        <c:crosses val="autoZero"/>
        <c:crossBetween val="midCat"/>
      </c:valAx>
      <c:valAx>
        <c:axId val="1318262624"/>
        <c:scaling>
          <c:orientation val="minMax"/>
          <c:max val="1"/>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Mobility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7390784"/>
        <c:crosses val="autoZero"/>
        <c:crossBetween val="midCat"/>
        <c:majorUnit val="0.2"/>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'Infected SF'!$B$2</c:f>
              <c:strCache>
                <c:ptCount val="1"/>
                <c:pt idx="0">
                  <c:v>Run 1</c:v>
                </c:pt>
              </c:strCache>
            </c:strRef>
          </c:tx>
          <c:spPr>
            <a:ln w="19050" cap="rnd">
              <a:solidFill>
                <a:schemeClr val="accent3">
                  <a:shade val="41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SF'!$B$3:$B$37</c:f>
              <c:numCache>
                <c:formatCode>General</c:formatCode>
                <c:ptCount val="35"/>
                <c:pt idx="0">
                  <c:v>2</c:v>
                </c:pt>
                <c:pt idx="1">
                  <c:v>6</c:v>
                </c:pt>
                <c:pt idx="2">
                  <c:v>10</c:v>
                </c:pt>
                <c:pt idx="3">
                  <c:v>21</c:v>
                </c:pt>
                <c:pt idx="4">
                  <c:v>37</c:v>
                </c:pt>
                <c:pt idx="5">
                  <c:v>66</c:v>
                </c:pt>
                <c:pt idx="6">
                  <c:v>101</c:v>
                </c:pt>
                <c:pt idx="7">
                  <c:v>154</c:v>
                </c:pt>
                <c:pt idx="8">
                  <c:v>212</c:v>
                </c:pt>
                <c:pt idx="9">
                  <c:v>273</c:v>
                </c:pt>
                <c:pt idx="10">
                  <c:v>344</c:v>
                </c:pt>
                <c:pt idx="11">
                  <c:v>397</c:v>
                </c:pt>
                <c:pt idx="12">
                  <c:v>449</c:v>
                </c:pt>
                <c:pt idx="13">
                  <c:v>466</c:v>
                </c:pt>
                <c:pt idx="14">
                  <c:v>456</c:v>
                </c:pt>
                <c:pt idx="15">
                  <c:v>427</c:v>
                </c:pt>
                <c:pt idx="16">
                  <c:v>362</c:v>
                </c:pt>
                <c:pt idx="17">
                  <c:v>298</c:v>
                </c:pt>
                <c:pt idx="18">
                  <c:v>216</c:v>
                </c:pt>
                <c:pt idx="19">
                  <c:v>148</c:v>
                </c:pt>
                <c:pt idx="20">
                  <c:v>100</c:v>
                </c:pt>
                <c:pt idx="21">
                  <c:v>58</c:v>
                </c:pt>
                <c:pt idx="22">
                  <c:v>36</c:v>
                </c:pt>
                <c:pt idx="23">
                  <c:v>19</c:v>
                </c:pt>
                <c:pt idx="24">
                  <c:v>13</c:v>
                </c:pt>
                <c:pt idx="25">
                  <c:v>9</c:v>
                </c:pt>
                <c:pt idx="26">
                  <c:v>5</c:v>
                </c:pt>
                <c:pt idx="27">
                  <c:v>4</c:v>
                </c:pt>
                <c:pt idx="28">
                  <c:v>4</c:v>
                </c:pt>
                <c:pt idx="29">
                  <c:v>3</c:v>
                </c:pt>
                <c:pt idx="30">
                  <c:v>2</c:v>
                </c:pt>
                <c:pt idx="31">
                  <c:v>0</c:v>
                </c:pt>
                <c:pt idx="32">
                  <c:v>0</c:v>
                </c:pt>
                <c:pt idx="33">
                  <c:v>0</c:v>
                </c:pt>
                <c:pt idx="34">
                  <c:v>0</c:v>
                </c:pt>
              </c:numCache>
            </c:numRef>
          </c:yVal>
          <c:smooth val="0"/>
          <c:extLst>
            <c:ext xmlns:c16="http://schemas.microsoft.com/office/drawing/2014/chart" uri="{C3380CC4-5D6E-409C-BE32-E72D297353CC}">
              <c16:uniqueId val="{00000000-BB36-4013-9576-05E576C8310D}"/>
            </c:ext>
          </c:extLst>
        </c:ser>
        <c:ser>
          <c:idx val="1"/>
          <c:order val="1"/>
          <c:tx>
            <c:strRef>
              <c:f>'Infected SF'!$C$2</c:f>
              <c:strCache>
                <c:ptCount val="1"/>
                <c:pt idx="0">
                  <c:v>Run 2</c:v>
                </c:pt>
              </c:strCache>
            </c:strRef>
          </c:tx>
          <c:spPr>
            <a:ln w="19050" cap="rnd">
              <a:solidFill>
                <a:schemeClr val="accent3">
                  <a:shade val="53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SF'!$C$3:$C$37</c:f>
              <c:numCache>
                <c:formatCode>General</c:formatCode>
                <c:ptCount val="35"/>
                <c:pt idx="0">
                  <c:v>2</c:v>
                </c:pt>
                <c:pt idx="1">
                  <c:v>4</c:v>
                </c:pt>
                <c:pt idx="2">
                  <c:v>12</c:v>
                </c:pt>
                <c:pt idx="3">
                  <c:v>17</c:v>
                </c:pt>
                <c:pt idx="4">
                  <c:v>26</c:v>
                </c:pt>
                <c:pt idx="5">
                  <c:v>40</c:v>
                </c:pt>
                <c:pt idx="6">
                  <c:v>53</c:v>
                </c:pt>
                <c:pt idx="7">
                  <c:v>79</c:v>
                </c:pt>
                <c:pt idx="8">
                  <c:v>107</c:v>
                </c:pt>
                <c:pt idx="9">
                  <c:v>152</c:v>
                </c:pt>
                <c:pt idx="10">
                  <c:v>208</c:v>
                </c:pt>
                <c:pt idx="11">
                  <c:v>269</c:v>
                </c:pt>
                <c:pt idx="12">
                  <c:v>343</c:v>
                </c:pt>
                <c:pt idx="13">
                  <c:v>410</c:v>
                </c:pt>
                <c:pt idx="14">
                  <c:v>455</c:v>
                </c:pt>
                <c:pt idx="15">
                  <c:v>472</c:v>
                </c:pt>
                <c:pt idx="16">
                  <c:v>460</c:v>
                </c:pt>
                <c:pt idx="17">
                  <c:v>419</c:v>
                </c:pt>
                <c:pt idx="18">
                  <c:v>354</c:v>
                </c:pt>
                <c:pt idx="19">
                  <c:v>274</c:v>
                </c:pt>
                <c:pt idx="20">
                  <c:v>198</c:v>
                </c:pt>
                <c:pt idx="21">
                  <c:v>135</c:v>
                </c:pt>
                <c:pt idx="22">
                  <c:v>86</c:v>
                </c:pt>
                <c:pt idx="23">
                  <c:v>53</c:v>
                </c:pt>
                <c:pt idx="24">
                  <c:v>29</c:v>
                </c:pt>
                <c:pt idx="25">
                  <c:v>14</c:v>
                </c:pt>
                <c:pt idx="26">
                  <c:v>9</c:v>
                </c:pt>
                <c:pt idx="27">
                  <c:v>5</c:v>
                </c:pt>
                <c:pt idx="28">
                  <c:v>1</c:v>
                </c:pt>
                <c:pt idx="29">
                  <c:v>0</c:v>
                </c:pt>
                <c:pt idx="30">
                  <c:v>0</c:v>
                </c:pt>
                <c:pt idx="31">
                  <c:v>0</c:v>
                </c:pt>
                <c:pt idx="32">
                  <c:v>0</c:v>
                </c:pt>
                <c:pt idx="33">
                  <c:v>0</c:v>
                </c:pt>
                <c:pt idx="34">
                  <c:v>0</c:v>
                </c:pt>
              </c:numCache>
            </c:numRef>
          </c:yVal>
          <c:smooth val="0"/>
          <c:extLst>
            <c:ext xmlns:c16="http://schemas.microsoft.com/office/drawing/2014/chart" uri="{C3380CC4-5D6E-409C-BE32-E72D297353CC}">
              <c16:uniqueId val="{00000001-BB36-4013-9576-05E576C8310D}"/>
            </c:ext>
          </c:extLst>
        </c:ser>
        <c:ser>
          <c:idx val="2"/>
          <c:order val="2"/>
          <c:tx>
            <c:strRef>
              <c:f>'Infected SF'!$D$2</c:f>
              <c:strCache>
                <c:ptCount val="1"/>
                <c:pt idx="0">
                  <c:v>Run 3</c:v>
                </c:pt>
              </c:strCache>
            </c:strRef>
          </c:tx>
          <c:spPr>
            <a:ln w="19050" cap="rnd">
              <a:solidFill>
                <a:schemeClr val="accent3">
                  <a:shade val="65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SF'!$D$3:$D$37</c:f>
              <c:numCache>
                <c:formatCode>General</c:formatCode>
                <c:ptCount val="35"/>
                <c:pt idx="0">
                  <c:v>2</c:v>
                </c:pt>
                <c:pt idx="1">
                  <c:v>4</c:v>
                </c:pt>
                <c:pt idx="2">
                  <c:v>7</c:v>
                </c:pt>
                <c:pt idx="3">
                  <c:v>11</c:v>
                </c:pt>
                <c:pt idx="4">
                  <c:v>19</c:v>
                </c:pt>
                <c:pt idx="5">
                  <c:v>30</c:v>
                </c:pt>
                <c:pt idx="6">
                  <c:v>47</c:v>
                </c:pt>
                <c:pt idx="7">
                  <c:v>64</c:v>
                </c:pt>
                <c:pt idx="8">
                  <c:v>94</c:v>
                </c:pt>
                <c:pt idx="9">
                  <c:v>132</c:v>
                </c:pt>
                <c:pt idx="10">
                  <c:v>183</c:v>
                </c:pt>
                <c:pt idx="11">
                  <c:v>231</c:v>
                </c:pt>
                <c:pt idx="12">
                  <c:v>296</c:v>
                </c:pt>
                <c:pt idx="13">
                  <c:v>363</c:v>
                </c:pt>
                <c:pt idx="14">
                  <c:v>417</c:v>
                </c:pt>
                <c:pt idx="15">
                  <c:v>451</c:v>
                </c:pt>
                <c:pt idx="16">
                  <c:v>450</c:v>
                </c:pt>
                <c:pt idx="17">
                  <c:v>434</c:v>
                </c:pt>
                <c:pt idx="18">
                  <c:v>378</c:v>
                </c:pt>
                <c:pt idx="19">
                  <c:v>311</c:v>
                </c:pt>
                <c:pt idx="20">
                  <c:v>234</c:v>
                </c:pt>
                <c:pt idx="21">
                  <c:v>169</c:v>
                </c:pt>
                <c:pt idx="22">
                  <c:v>115</c:v>
                </c:pt>
                <c:pt idx="23">
                  <c:v>75</c:v>
                </c:pt>
                <c:pt idx="24">
                  <c:v>49</c:v>
                </c:pt>
                <c:pt idx="25">
                  <c:v>31</c:v>
                </c:pt>
                <c:pt idx="26">
                  <c:v>21</c:v>
                </c:pt>
                <c:pt idx="27">
                  <c:v>10</c:v>
                </c:pt>
                <c:pt idx="28">
                  <c:v>6</c:v>
                </c:pt>
                <c:pt idx="29">
                  <c:v>3</c:v>
                </c:pt>
                <c:pt idx="30">
                  <c:v>1</c:v>
                </c:pt>
                <c:pt idx="31">
                  <c:v>0</c:v>
                </c:pt>
                <c:pt idx="32">
                  <c:v>0</c:v>
                </c:pt>
                <c:pt idx="33">
                  <c:v>0</c:v>
                </c:pt>
                <c:pt idx="34">
                  <c:v>0</c:v>
                </c:pt>
              </c:numCache>
            </c:numRef>
          </c:yVal>
          <c:smooth val="0"/>
          <c:extLst>
            <c:ext xmlns:c16="http://schemas.microsoft.com/office/drawing/2014/chart" uri="{C3380CC4-5D6E-409C-BE32-E72D297353CC}">
              <c16:uniqueId val="{00000002-BB36-4013-9576-05E576C8310D}"/>
            </c:ext>
          </c:extLst>
        </c:ser>
        <c:ser>
          <c:idx val="3"/>
          <c:order val="3"/>
          <c:tx>
            <c:strRef>
              <c:f>'Infected SF'!$E$2</c:f>
              <c:strCache>
                <c:ptCount val="1"/>
                <c:pt idx="0">
                  <c:v>Run 4</c:v>
                </c:pt>
              </c:strCache>
            </c:strRef>
          </c:tx>
          <c:spPr>
            <a:ln w="19050" cap="rnd">
              <a:solidFill>
                <a:schemeClr val="accent3">
                  <a:shade val="76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SF'!$E$3:$E$37</c:f>
              <c:numCache>
                <c:formatCode>General</c:formatCode>
                <c:ptCount val="35"/>
                <c:pt idx="0">
                  <c:v>2</c:v>
                </c:pt>
                <c:pt idx="1">
                  <c:v>2</c:v>
                </c:pt>
                <c:pt idx="2">
                  <c:v>2</c:v>
                </c:pt>
                <c:pt idx="3">
                  <c:v>2</c:v>
                </c:pt>
                <c:pt idx="4">
                  <c:v>2</c:v>
                </c:pt>
                <c:pt idx="5">
                  <c:v>2</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numCache>
            </c:numRef>
          </c:yVal>
          <c:smooth val="0"/>
          <c:extLst>
            <c:ext xmlns:c16="http://schemas.microsoft.com/office/drawing/2014/chart" uri="{C3380CC4-5D6E-409C-BE32-E72D297353CC}">
              <c16:uniqueId val="{00000003-BB36-4013-9576-05E576C8310D}"/>
            </c:ext>
          </c:extLst>
        </c:ser>
        <c:ser>
          <c:idx val="4"/>
          <c:order val="4"/>
          <c:tx>
            <c:strRef>
              <c:f>'Infected SF'!$F$2</c:f>
              <c:strCache>
                <c:ptCount val="1"/>
                <c:pt idx="0">
                  <c:v>Run 5</c:v>
                </c:pt>
              </c:strCache>
            </c:strRef>
          </c:tx>
          <c:spPr>
            <a:ln w="19050" cap="rnd">
              <a:solidFill>
                <a:schemeClr val="accent3">
                  <a:shade val="88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SF'!$F$3:$F$37</c:f>
              <c:numCache>
                <c:formatCode>General</c:formatCode>
                <c:ptCount val="35"/>
                <c:pt idx="0">
                  <c:v>2</c:v>
                </c:pt>
                <c:pt idx="1">
                  <c:v>5</c:v>
                </c:pt>
                <c:pt idx="2">
                  <c:v>11</c:v>
                </c:pt>
                <c:pt idx="3">
                  <c:v>18</c:v>
                </c:pt>
                <c:pt idx="4">
                  <c:v>25</c:v>
                </c:pt>
                <c:pt idx="5">
                  <c:v>41</c:v>
                </c:pt>
                <c:pt idx="6">
                  <c:v>64</c:v>
                </c:pt>
                <c:pt idx="7">
                  <c:v>101</c:v>
                </c:pt>
                <c:pt idx="8">
                  <c:v>155</c:v>
                </c:pt>
                <c:pt idx="9">
                  <c:v>219</c:v>
                </c:pt>
                <c:pt idx="10">
                  <c:v>316</c:v>
                </c:pt>
                <c:pt idx="11">
                  <c:v>399</c:v>
                </c:pt>
                <c:pt idx="12">
                  <c:v>466</c:v>
                </c:pt>
                <c:pt idx="13">
                  <c:v>505</c:v>
                </c:pt>
                <c:pt idx="14">
                  <c:v>490</c:v>
                </c:pt>
                <c:pt idx="15">
                  <c:v>458</c:v>
                </c:pt>
                <c:pt idx="16">
                  <c:v>373</c:v>
                </c:pt>
                <c:pt idx="17">
                  <c:v>289</c:v>
                </c:pt>
                <c:pt idx="18">
                  <c:v>211</c:v>
                </c:pt>
                <c:pt idx="19">
                  <c:v>138</c:v>
                </c:pt>
                <c:pt idx="20">
                  <c:v>99</c:v>
                </c:pt>
                <c:pt idx="21">
                  <c:v>63</c:v>
                </c:pt>
                <c:pt idx="22">
                  <c:v>46</c:v>
                </c:pt>
                <c:pt idx="23">
                  <c:v>32</c:v>
                </c:pt>
                <c:pt idx="24">
                  <c:v>19</c:v>
                </c:pt>
                <c:pt idx="25">
                  <c:v>13</c:v>
                </c:pt>
                <c:pt idx="26">
                  <c:v>7</c:v>
                </c:pt>
                <c:pt idx="27">
                  <c:v>4</c:v>
                </c:pt>
                <c:pt idx="28">
                  <c:v>2</c:v>
                </c:pt>
                <c:pt idx="29">
                  <c:v>1</c:v>
                </c:pt>
                <c:pt idx="30">
                  <c:v>0</c:v>
                </c:pt>
                <c:pt idx="31">
                  <c:v>0</c:v>
                </c:pt>
                <c:pt idx="32">
                  <c:v>0</c:v>
                </c:pt>
                <c:pt idx="33">
                  <c:v>0</c:v>
                </c:pt>
                <c:pt idx="34">
                  <c:v>0</c:v>
                </c:pt>
              </c:numCache>
            </c:numRef>
          </c:yVal>
          <c:smooth val="0"/>
          <c:extLst>
            <c:ext xmlns:c16="http://schemas.microsoft.com/office/drawing/2014/chart" uri="{C3380CC4-5D6E-409C-BE32-E72D297353CC}">
              <c16:uniqueId val="{00000004-BB36-4013-9576-05E576C8310D}"/>
            </c:ext>
          </c:extLst>
        </c:ser>
        <c:ser>
          <c:idx val="5"/>
          <c:order val="5"/>
          <c:tx>
            <c:strRef>
              <c:f>'Infected SF'!$G$2</c:f>
              <c:strCache>
                <c:ptCount val="1"/>
                <c:pt idx="0">
                  <c:v>Run 6</c:v>
                </c:pt>
              </c:strCache>
            </c:strRef>
          </c:tx>
          <c:spPr>
            <a:ln w="19050" cap="rnd">
              <a:solidFill>
                <a:schemeClr val="accent3"/>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SF'!$G$3:$G$37</c:f>
              <c:numCache>
                <c:formatCode>General</c:formatCode>
                <c:ptCount val="35"/>
                <c:pt idx="0">
                  <c:v>2</c:v>
                </c:pt>
                <c:pt idx="1">
                  <c:v>4</c:v>
                </c:pt>
                <c:pt idx="2">
                  <c:v>9</c:v>
                </c:pt>
                <c:pt idx="3">
                  <c:v>20</c:v>
                </c:pt>
                <c:pt idx="4">
                  <c:v>30</c:v>
                </c:pt>
                <c:pt idx="5">
                  <c:v>47</c:v>
                </c:pt>
                <c:pt idx="6">
                  <c:v>71</c:v>
                </c:pt>
                <c:pt idx="7">
                  <c:v>118</c:v>
                </c:pt>
                <c:pt idx="8">
                  <c:v>169</c:v>
                </c:pt>
                <c:pt idx="9">
                  <c:v>241</c:v>
                </c:pt>
                <c:pt idx="10">
                  <c:v>316</c:v>
                </c:pt>
                <c:pt idx="11">
                  <c:v>413</c:v>
                </c:pt>
                <c:pt idx="12">
                  <c:v>498</c:v>
                </c:pt>
                <c:pt idx="13">
                  <c:v>532</c:v>
                </c:pt>
                <c:pt idx="14">
                  <c:v>543</c:v>
                </c:pt>
                <c:pt idx="15">
                  <c:v>500</c:v>
                </c:pt>
                <c:pt idx="16">
                  <c:v>438</c:v>
                </c:pt>
                <c:pt idx="17">
                  <c:v>341</c:v>
                </c:pt>
                <c:pt idx="18">
                  <c:v>237</c:v>
                </c:pt>
                <c:pt idx="19">
                  <c:v>156</c:v>
                </c:pt>
                <c:pt idx="20">
                  <c:v>91</c:v>
                </c:pt>
                <c:pt idx="21">
                  <c:v>51</c:v>
                </c:pt>
                <c:pt idx="22">
                  <c:v>28</c:v>
                </c:pt>
                <c:pt idx="23">
                  <c:v>11</c:v>
                </c:pt>
                <c:pt idx="24">
                  <c:v>4</c:v>
                </c:pt>
                <c:pt idx="25">
                  <c:v>2</c:v>
                </c:pt>
                <c:pt idx="26">
                  <c:v>0</c:v>
                </c:pt>
                <c:pt idx="27">
                  <c:v>0</c:v>
                </c:pt>
                <c:pt idx="28">
                  <c:v>0</c:v>
                </c:pt>
                <c:pt idx="29">
                  <c:v>0</c:v>
                </c:pt>
                <c:pt idx="30">
                  <c:v>0</c:v>
                </c:pt>
                <c:pt idx="31">
                  <c:v>0</c:v>
                </c:pt>
                <c:pt idx="32">
                  <c:v>0</c:v>
                </c:pt>
                <c:pt idx="33">
                  <c:v>0</c:v>
                </c:pt>
                <c:pt idx="34">
                  <c:v>0</c:v>
                </c:pt>
              </c:numCache>
            </c:numRef>
          </c:yVal>
          <c:smooth val="0"/>
          <c:extLst>
            <c:ext xmlns:c16="http://schemas.microsoft.com/office/drawing/2014/chart" uri="{C3380CC4-5D6E-409C-BE32-E72D297353CC}">
              <c16:uniqueId val="{00000005-BB36-4013-9576-05E576C8310D}"/>
            </c:ext>
          </c:extLst>
        </c:ser>
        <c:ser>
          <c:idx val="6"/>
          <c:order val="6"/>
          <c:tx>
            <c:strRef>
              <c:f>'Infected SF'!$H$2</c:f>
              <c:strCache>
                <c:ptCount val="1"/>
                <c:pt idx="0">
                  <c:v>Run 7</c:v>
                </c:pt>
              </c:strCache>
            </c:strRef>
          </c:tx>
          <c:spPr>
            <a:ln w="19050" cap="rnd">
              <a:solidFill>
                <a:schemeClr val="accent3">
                  <a:tint val="89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SF'!$H$3:$H$37</c:f>
              <c:numCache>
                <c:formatCode>General</c:formatCode>
                <c:ptCount val="35"/>
                <c:pt idx="0">
                  <c:v>2</c:v>
                </c:pt>
                <c:pt idx="1">
                  <c:v>3</c:v>
                </c:pt>
                <c:pt idx="2">
                  <c:v>6</c:v>
                </c:pt>
                <c:pt idx="3">
                  <c:v>13</c:v>
                </c:pt>
                <c:pt idx="4">
                  <c:v>20</c:v>
                </c:pt>
                <c:pt idx="5">
                  <c:v>34</c:v>
                </c:pt>
                <c:pt idx="6">
                  <c:v>56</c:v>
                </c:pt>
                <c:pt idx="7">
                  <c:v>93</c:v>
                </c:pt>
                <c:pt idx="8">
                  <c:v>136</c:v>
                </c:pt>
                <c:pt idx="9">
                  <c:v>200</c:v>
                </c:pt>
                <c:pt idx="10">
                  <c:v>269</c:v>
                </c:pt>
                <c:pt idx="11">
                  <c:v>348</c:v>
                </c:pt>
                <c:pt idx="12">
                  <c:v>411</c:v>
                </c:pt>
                <c:pt idx="13">
                  <c:v>463</c:v>
                </c:pt>
                <c:pt idx="14">
                  <c:v>488</c:v>
                </c:pt>
                <c:pt idx="15">
                  <c:v>473</c:v>
                </c:pt>
                <c:pt idx="16">
                  <c:v>434</c:v>
                </c:pt>
                <c:pt idx="17">
                  <c:v>358</c:v>
                </c:pt>
                <c:pt idx="18">
                  <c:v>281</c:v>
                </c:pt>
                <c:pt idx="19">
                  <c:v>203</c:v>
                </c:pt>
                <c:pt idx="20">
                  <c:v>136</c:v>
                </c:pt>
                <c:pt idx="21">
                  <c:v>83</c:v>
                </c:pt>
                <c:pt idx="22">
                  <c:v>49</c:v>
                </c:pt>
                <c:pt idx="23">
                  <c:v>34</c:v>
                </c:pt>
                <c:pt idx="24">
                  <c:v>25</c:v>
                </c:pt>
                <c:pt idx="25">
                  <c:v>14</c:v>
                </c:pt>
                <c:pt idx="26">
                  <c:v>10</c:v>
                </c:pt>
                <c:pt idx="27">
                  <c:v>8</c:v>
                </c:pt>
                <c:pt idx="28">
                  <c:v>5</c:v>
                </c:pt>
                <c:pt idx="29">
                  <c:v>3</c:v>
                </c:pt>
                <c:pt idx="30">
                  <c:v>2</c:v>
                </c:pt>
                <c:pt idx="31">
                  <c:v>1</c:v>
                </c:pt>
                <c:pt idx="32">
                  <c:v>1</c:v>
                </c:pt>
                <c:pt idx="33">
                  <c:v>0</c:v>
                </c:pt>
                <c:pt idx="34">
                  <c:v>0</c:v>
                </c:pt>
              </c:numCache>
            </c:numRef>
          </c:yVal>
          <c:smooth val="0"/>
          <c:extLst>
            <c:ext xmlns:c16="http://schemas.microsoft.com/office/drawing/2014/chart" uri="{C3380CC4-5D6E-409C-BE32-E72D297353CC}">
              <c16:uniqueId val="{00000006-BB36-4013-9576-05E576C8310D}"/>
            </c:ext>
          </c:extLst>
        </c:ser>
        <c:ser>
          <c:idx val="7"/>
          <c:order val="7"/>
          <c:tx>
            <c:strRef>
              <c:f>'Infected SF'!$I$2</c:f>
              <c:strCache>
                <c:ptCount val="1"/>
                <c:pt idx="0">
                  <c:v>Run 8</c:v>
                </c:pt>
              </c:strCache>
            </c:strRef>
          </c:tx>
          <c:spPr>
            <a:ln w="19050" cap="rnd">
              <a:solidFill>
                <a:schemeClr val="accent3">
                  <a:tint val="77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SF'!$I$3:$I$37</c:f>
              <c:numCache>
                <c:formatCode>General</c:formatCode>
                <c:ptCount val="35"/>
                <c:pt idx="0">
                  <c:v>2</c:v>
                </c:pt>
                <c:pt idx="1">
                  <c:v>6</c:v>
                </c:pt>
                <c:pt idx="2">
                  <c:v>11</c:v>
                </c:pt>
                <c:pt idx="3">
                  <c:v>22</c:v>
                </c:pt>
                <c:pt idx="4">
                  <c:v>38</c:v>
                </c:pt>
                <c:pt idx="5">
                  <c:v>63</c:v>
                </c:pt>
                <c:pt idx="6">
                  <c:v>102</c:v>
                </c:pt>
                <c:pt idx="7">
                  <c:v>159</c:v>
                </c:pt>
                <c:pt idx="8">
                  <c:v>231</c:v>
                </c:pt>
                <c:pt idx="9">
                  <c:v>315</c:v>
                </c:pt>
                <c:pt idx="10">
                  <c:v>392</c:v>
                </c:pt>
                <c:pt idx="11">
                  <c:v>466</c:v>
                </c:pt>
                <c:pt idx="12">
                  <c:v>513</c:v>
                </c:pt>
                <c:pt idx="13">
                  <c:v>521</c:v>
                </c:pt>
                <c:pt idx="14">
                  <c:v>496</c:v>
                </c:pt>
                <c:pt idx="15">
                  <c:v>428</c:v>
                </c:pt>
                <c:pt idx="16">
                  <c:v>343</c:v>
                </c:pt>
                <c:pt idx="17">
                  <c:v>252</c:v>
                </c:pt>
                <c:pt idx="18">
                  <c:v>166</c:v>
                </c:pt>
                <c:pt idx="19">
                  <c:v>101</c:v>
                </c:pt>
                <c:pt idx="20">
                  <c:v>50</c:v>
                </c:pt>
                <c:pt idx="21">
                  <c:v>24</c:v>
                </c:pt>
                <c:pt idx="22">
                  <c:v>17</c:v>
                </c:pt>
                <c:pt idx="23">
                  <c:v>10</c:v>
                </c:pt>
                <c:pt idx="24">
                  <c:v>9</c:v>
                </c:pt>
                <c:pt idx="25">
                  <c:v>5</c:v>
                </c:pt>
                <c:pt idx="26">
                  <c:v>5</c:v>
                </c:pt>
                <c:pt idx="27">
                  <c:v>4</c:v>
                </c:pt>
                <c:pt idx="28">
                  <c:v>3</c:v>
                </c:pt>
                <c:pt idx="29">
                  <c:v>2</c:v>
                </c:pt>
                <c:pt idx="30">
                  <c:v>1</c:v>
                </c:pt>
                <c:pt idx="31">
                  <c:v>1</c:v>
                </c:pt>
                <c:pt idx="32">
                  <c:v>0</c:v>
                </c:pt>
                <c:pt idx="33">
                  <c:v>0</c:v>
                </c:pt>
                <c:pt idx="34">
                  <c:v>0</c:v>
                </c:pt>
              </c:numCache>
            </c:numRef>
          </c:yVal>
          <c:smooth val="0"/>
          <c:extLst>
            <c:ext xmlns:c16="http://schemas.microsoft.com/office/drawing/2014/chart" uri="{C3380CC4-5D6E-409C-BE32-E72D297353CC}">
              <c16:uniqueId val="{00000007-BB36-4013-9576-05E576C8310D}"/>
            </c:ext>
          </c:extLst>
        </c:ser>
        <c:ser>
          <c:idx val="8"/>
          <c:order val="8"/>
          <c:tx>
            <c:strRef>
              <c:f>'Infected SF'!$J$2</c:f>
              <c:strCache>
                <c:ptCount val="1"/>
                <c:pt idx="0">
                  <c:v>Run 9</c:v>
                </c:pt>
              </c:strCache>
            </c:strRef>
          </c:tx>
          <c:spPr>
            <a:ln w="19050" cap="rnd">
              <a:solidFill>
                <a:schemeClr val="accent3">
                  <a:tint val="65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SF'!$J$3:$J$37</c:f>
              <c:numCache>
                <c:formatCode>General</c:formatCode>
                <c:ptCount val="35"/>
                <c:pt idx="0">
                  <c:v>2</c:v>
                </c:pt>
                <c:pt idx="1">
                  <c:v>4</c:v>
                </c:pt>
                <c:pt idx="2">
                  <c:v>11</c:v>
                </c:pt>
                <c:pt idx="3">
                  <c:v>17</c:v>
                </c:pt>
                <c:pt idx="4">
                  <c:v>27</c:v>
                </c:pt>
                <c:pt idx="5">
                  <c:v>41</c:v>
                </c:pt>
                <c:pt idx="6">
                  <c:v>55</c:v>
                </c:pt>
                <c:pt idx="7">
                  <c:v>84</c:v>
                </c:pt>
                <c:pt idx="8">
                  <c:v>109</c:v>
                </c:pt>
                <c:pt idx="9">
                  <c:v>157</c:v>
                </c:pt>
                <c:pt idx="10">
                  <c:v>214</c:v>
                </c:pt>
                <c:pt idx="11">
                  <c:v>278</c:v>
                </c:pt>
                <c:pt idx="12">
                  <c:v>356</c:v>
                </c:pt>
                <c:pt idx="13">
                  <c:v>399</c:v>
                </c:pt>
                <c:pt idx="14">
                  <c:v>448</c:v>
                </c:pt>
                <c:pt idx="15">
                  <c:v>455</c:v>
                </c:pt>
                <c:pt idx="16">
                  <c:v>438</c:v>
                </c:pt>
                <c:pt idx="17">
                  <c:v>397</c:v>
                </c:pt>
                <c:pt idx="18">
                  <c:v>326</c:v>
                </c:pt>
                <c:pt idx="19">
                  <c:v>266</c:v>
                </c:pt>
                <c:pt idx="20">
                  <c:v>190</c:v>
                </c:pt>
                <c:pt idx="21">
                  <c:v>131</c:v>
                </c:pt>
                <c:pt idx="22">
                  <c:v>82</c:v>
                </c:pt>
                <c:pt idx="23">
                  <c:v>45</c:v>
                </c:pt>
                <c:pt idx="24">
                  <c:v>22</c:v>
                </c:pt>
                <c:pt idx="25">
                  <c:v>8</c:v>
                </c:pt>
                <c:pt idx="26">
                  <c:v>3</c:v>
                </c:pt>
                <c:pt idx="27">
                  <c:v>1</c:v>
                </c:pt>
                <c:pt idx="28">
                  <c:v>0</c:v>
                </c:pt>
                <c:pt idx="29">
                  <c:v>0</c:v>
                </c:pt>
                <c:pt idx="30">
                  <c:v>0</c:v>
                </c:pt>
                <c:pt idx="31">
                  <c:v>0</c:v>
                </c:pt>
                <c:pt idx="32">
                  <c:v>0</c:v>
                </c:pt>
                <c:pt idx="33">
                  <c:v>0</c:v>
                </c:pt>
                <c:pt idx="34">
                  <c:v>0</c:v>
                </c:pt>
              </c:numCache>
            </c:numRef>
          </c:yVal>
          <c:smooth val="0"/>
          <c:extLst>
            <c:ext xmlns:c16="http://schemas.microsoft.com/office/drawing/2014/chart" uri="{C3380CC4-5D6E-409C-BE32-E72D297353CC}">
              <c16:uniqueId val="{00000008-BB36-4013-9576-05E576C8310D}"/>
            </c:ext>
          </c:extLst>
        </c:ser>
        <c:ser>
          <c:idx val="9"/>
          <c:order val="9"/>
          <c:tx>
            <c:strRef>
              <c:f>'Infected SF'!$K$2</c:f>
              <c:strCache>
                <c:ptCount val="1"/>
                <c:pt idx="0">
                  <c:v>Run 10</c:v>
                </c:pt>
              </c:strCache>
            </c:strRef>
          </c:tx>
          <c:spPr>
            <a:ln w="19050" cap="rnd">
              <a:solidFill>
                <a:schemeClr val="accent3">
                  <a:tint val="54000"/>
                </a:schemeClr>
              </a:solidFill>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SF'!$K$3:$K$37</c:f>
              <c:numCache>
                <c:formatCode>General</c:formatCode>
                <c:ptCount val="35"/>
                <c:pt idx="0">
                  <c:v>2</c:v>
                </c:pt>
                <c:pt idx="1">
                  <c:v>2</c:v>
                </c:pt>
                <c:pt idx="2">
                  <c:v>6</c:v>
                </c:pt>
                <c:pt idx="3">
                  <c:v>9</c:v>
                </c:pt>
                <c:pt idx="4">
                  <c:v>14</c:v>
                </c:pt>
                <c:pt idx="5">
                  <c:v>22</c:v>
                </c:pt>
                <c:pt idx="6">
                  <c:v>32</c:v>
                </c:pt>
                <c:pt idx="7">
                  <c:v>45</c:v>
                </c:pt>
                <c:pt idx="8">
                  <c:v>66</c:v>
                </c:pt>
                <c:pt idx="9">
                  <c:v>97</c:v>
                </c:pt>
                <c:pt idx="10">
                  <c:v>131</c:v>
                </c:pt>
                <c:pt idx="11">
                  <c:v>182</c:v>
                </c:pt>
                <c:pt idx="12">
                  <c:v>253</c:v>
                </c:pt>
                <c:pt idx="13">
                  <c:v>342</c:v>
                </c:pt>
                <c:pt idx="14">
                  <c:v>415</c:v>
                </c:pt>
                <c:pt idx="15">
                  <c:v>469</c:v>
                </c:pt>
                <c:pt idx="16">
                  <c:v>500</c:v>
                </c:pt>
                <c:pt idx="17">
                  <c:v>490</c:v>
                </c:pt>
                <c:pt idx="18">
                  <c:v>439</c:v>
                </c:pt>
                <c:pt idx="19">
                  <c:v>350</c:v>
                </c:pt>
                <c:pt idx="20">
                  <c:v>263</c:v>
                </c:pt>
                <c:pt idx="21">
                  <c:v>181</c:v>
                </c:pt>
                <c:pt idx="22">
                  <c:v>117</c:v>
                </c:pt>
                <c:pt idx="23">
                  <c:v>71</c:v>
                </c:pt>
                <c:pt idx="24">
                  <c:v>41</c:v>
                </c:pt>
                <c:pt idx="25">
                  <c:v>29</c:v>
                </c:pt>
                <c:pt idx="26">
                  <c:v>19</c:v>
                </c:pt>
                <c:pt idx="27">
                  <c:v>13</c:v>
                </c:pt>
                <c:pt idx="28">
                  <c:v>8</c:v>
                </c:pt>
                <c:pt idx="29">
                  <c:v>5</c:v>
                </c:pt>
                <c:pt idx="30">
                  <c:v>3</c:v>
                </c:pt>
                <c:pt idx="31">
                  <c:v>2</c:v>
                </c:pt>
                <c:pt idx="32">
                  <c:v>1</c:v>
                </c:pt>
                <c:pt idx="33">
                  <c:v>1</c:v>
                </c:pt>
                <c:pt idx="34">
                  <c:v>0</c:v>
                </c:pt>
              </c:numCache>
            </c:numRef>
          </c:yVal>
          <c:smooth val="0"/>
          <c:extLst>
            <c:ext xmlns:c16="http://schemas.microsoft.com/office/drawing/2014/chart" uri="{C3380CC4-5D6E-409C-BE32-E72D297353CC}">
              <c16:uniqueId val="{00000009-BB36-4013-9576-05E576C8310D}"/>
            </c:ext>
          </c:extLst>
        </c:ser>
        <c:ser>
          <c:idx val="10"/>
          <c:order val="10"/>
          <c:tx>
            <c:strRef>
              <c:f>'Infected SF'!$L$2</c:f>
              <c:strCache>
                <c:ptCount val="1"/>
                <c:pt idx="0">
                  <c:v>Average</c:v>
                </c:pt>
              </c:strCache>
            </c:strRef>
          </c:tx>
          <c:spPr>
            <a:ln w="28575" cap="rnd">
              <a:solidFill>
                <a:srgbClr val="C00000"/>
              </a:solidFill>
              <a:prstDash val="lgDash"/>
              <a:round/>
            </a:ln>
            <a:effectLst/>
          </c:spPr>
          <c:marker>
            <c:symbol val="none"/>
          </c:marker>
          <c:xVal>
            <c:numRef>
              <c:f>'Infected SF'!$A$3:$A$37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'Infected SF'!$L$3:$L$37</c:f>
              <c:numCache>
                <c:formatCode>General</c:formatCode>
                <c:ptCount val="35"/>
                <c:pt idx="0">
                  <c:v>2</c:v>
                </c:pt>
                <c:pt idx="1">
                  <c:v>4</c:v>
                </c:pt>
                <c:pt idx="2">
                  <c:v>8.5</c:v>
                </c:pt>
                <c:pt idx="3">
                  <c:v>15</c:v>
                </c:pt>
                <c:pt idx="4">
                  <c:v>23.8</c:v>
                </c:pt>
                <c:pt idx="5">
                  <c:v>38.6</c:v>
                </c:pt>
                <c:pt idx="6">
                  <c:v>58.1</c:v>
                </c:pt>
                <c:pt idx="7">
                  <c:v>89.7</c:v>
                </c:pt>
                <c:pt idx="8">
                  <c:v>127.9</c:v>
                </c:pt>
                <c:pt idx="9">
                  <c:v>178.6</c:v>
                </c:pt>
                <c:pt idx="10">
                  <c:v>237.3</c:v>
                </c:pt>
                <c:pt idx="11">
                  <c:v>298.3</c:v>
                </c:pt>
                <c:pt idx="12">
                  <c:v>358.5</c:v>
                </c:pt>
                <c:pt idx="13">
                  <c:v>400.1</c:v>
                </c:pt>
                <c:pt idx="14">
                  <c:v>420.8</c:v>
                </c:pt>
                <c:pt idx="15">
                  <c:v>413.3</c:v>
                </c:pt>
                <c:pt idx="16">
                  <c:v>379.8</c:v>
                </c:pt>
                <c:pt idx="17">
                  <c:v>327.8</c:v>
                </c:pt>
                <c:pt idx="18">
                  <c:v>260.8</c:v>
                </c:pt>
                <c:pt idx="19">
                  <c:v>194.7</c:v>
                </c:pt>
                <c:pt idx="20">
                  <c:v>136.1</c:v>
                </c:pt>
                <c:pt idx="21">
                  <c:v>89.5</c:v>
                </c:pt>
                <c:pt idx="22">
                  <c:v>57.6</c:v>
                </c:pt>
                <c:pt idx="23">
                  <c:v>35</c:v>
                </c:pt>
                <c:pt idx="24">
                  <c:v>21.1</c:v>
                </c:pt>
                <c:pt idx="25">
                  <c:v>12.5</c:v>
                </c:pt>
                <c:pt idx="26">
                  <c:v>7.9</c:v>
                </c:pt>
                <c:pt idx="27">
                  <c:v>4.9000000000000004</c:v>
                </c:pt>
                <c:pt idx="28">
                  <c:v>2.9</c:v>
                </c:pt>
                <c:pt idx="29">
                  <c:v>1.7</c:v>
                </c:pt>
                <c:pt idx="30">
                  <c:v>0.9</c:v>
                </c:pt>
                <c:pt idx="31">
                  <c:v>0.4</c:v>
                </c:pt>
                <c:pt idx="32">
                  <c:v>0.2</c:v>
                </c:pt>
                <c:pt idx="33">
                  <c:v>0.1</c:v>
                </c:pt>
                <c:pt idx="34">
                  <c:v>0</c:v>
                </c:pt>
              </c:numCache>
            </c:numRef>
          </c:yVal>
          <c:smooth val="0"/>
          <c:extLst>
            <c:ext xmlns:c16="http://schemas.microsoft.com/office/drawing/2014/chart" uri="{C3380CC4-5D6E-409C-BE32-E72D297353CC}">
              <c16:uniqueId val="{0000000A-BB36-4013-9576-05E576C8310D}"/>
            </c:ext>
          </c:extLst>
        </c:ser>
        <c:dLbls>
          <c:showLegendKey val="0"/>
          <c:showVal val="0"/>
          <c:showCatName val="0"/>
          <c:showSerName val="0"/>
          <c:showPercent val="0"/>
          <c:showBubbleSize val="0"/>
        </c:dLbls>
        <c:axId val="1077390784"/>
        <c:axId val="1318262624"/>
      </c:scatterChart>
      <c:valAx>
        <c:axId val="10773907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8262624"/>
        <c:crosses val="autoZero"/>
        <c:crossBetween val="midCat"/>
      </c:valAx>
      <c:valAx>
        <c:axId val="1318262624"/>
        <c:scaling>
          <c:orientation val="minMax"/>
          <c:max val="60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Infected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7390784"/>
        <c:crosses val="autoZero"/>
        <c:crossBetween val="midCat"/>
        <c:majorUnit val="200"/>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 Out SF'!$O$2</c:f>
              <c:strCache>
                <c:ptCount val="1"/>
                <c:pt idx="0">
                  <c:v>Run 1</c:v>
                </c:pt>
              </c:strCache>
            </c:strRef>
          </c:tx>
          <c:spPr>
            <a:ln w="19050" cap="rnd">
              <a:solidFill>
                <a:schemeClr val="accent3">
                  <a:shade val="41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SF'!$O$3:$O$37</c:f>
              <c:numCache>
                <c:formatCode>General</c:formatCode>
                <c:ptCount val="35"/>
                <c:pt idx="0">
                  <c:v>1</c:v>
                </c:pt>
                <c:pt idx="1">
                  <c:v>1</c:v>
                </c:pt>
                <c:pt idx="2">
                  <c:v>1</c:v>
                </c:pt>
                <c:pt idx="3">
                  <c:v>0.998</c:v>
                </c:pt>
                <c:pt idx="4">
                  <c:v>0.99399999999999999</c:v>
                </c:pt>
                <c:pt idx="5">
                  <c:v>0.99</c:v>
                </c:pt>
                <c:pt idx="6">
                  <c:v>0.97899999999999998</c:v>
                </c:pt>
                <c:pt idx="7">
                  <c:v>0.96499999999999997</c:v>
                </c:pt>
                <c:pt idx="8">
                  <c:v>0.94</c:v>
                </c:pt>
                <c:pt idx="9">
                  <c:v>0.90700000000000003</c:v>
                </c:pt>
                <c:pt idx="10">
                  <c:v>0.86099999999999999</c:v>
                </c:pt>
                <c:pt idx="11">
                  <c:v>0.81499999999999995</c:v>
                </c:pt>
                <c:pt idx="12">
                  <c:v>0.77200000000000002</c:v>
                </c:pt>
                <c:pt idx="13">
                  <c:v>0.72299999999999998</c:v>
                </c:pt>
                <c:pt idx="14">
                  <c:v>0.69699999999999995</c:v>
                </c:pt>
                <c:pt idx="15">
                  <c:v>0.67</c:v>
                </c:pt>
                <c:pt idx="16">
                  <c:v>0.66800000000000004</c:v>
                </c:pt>
                <c:pt idx="17">
                  <c:v>0.70299999999999996</c:v>
                </c:pt>
                <c:pt idx="18">
                  <c:v>0.74199999999999999</c:v>
                </c:pt>
                <c:pt idx="19">
                  <c:v>0.80900000000000005</c:v>
                </c:pt>
                <c:pt idx="20">
                  <c:v>0.86499999999999999</c:v>
                </c:pt>
                <c:pt idx="21">
                  <c:v>0.91</c:v>
                </c:pt>
                <c:pt idx="22">
                  <c:v>0.94699999999999995</c:v>
                </c:pt>
                <c:pt idx="23">
                  <c:v>0.96499999999999997</c:v>
                </c:pt>
                <c:pt idx="24">
                  <c:v>0.98199999999999998</c:v>
                </c:pt>
                <c:pt idx="25">
                  <c:v>0.98899999999999999</c:v>
                </c:pt>
                <c:pt idx="26">
                  <c:v>0.99399999999999999</c:v>
                </c:pt>
                <c:pt idx="27">
                  <c:v>0.997</c:v>
                </c:pt>
                <c:pt idx="28">
                  <c:v>0.997</c:v>
                </c:pt>
                <c:pt idx="29">
                  <c:v>0.996</c:v>
                </c:pt>
                <c:pt idx="30">
                  <c:v>0.997</c:v>
                </c:pt>
                <c:pt idx="31">
                  <c:v>0.999</c:v>
                </c:pt>
                <c:pt idx="32">
                  <c:v>1</c:v>
                </c:pt>
                <c:pt idx="33">
                  <c:v>1</c:v>
                </c:pt>
                <c:pt idx="34">
                  <c:v>1</c:v>
                </c:pt>
              </c:numCache>
            </c:numRef>
          </c:yVal>
          <c:smooth val="0"/>
          <c:extLst>
            <c:ext xmlns:c16="http://schemas.microsoft.com/office/drawing/2014/chart" uri="{C3380CC4-5D6E-409C-BE32-E72D297353CC}">
              <c16:uniqueId val="{00000000-36D4-445A-8DF2-3A8EA8726B87}"/>
            </c:ext>
          </c:extLst>
        </c:ser>
        <c:ser>
          <c:idx val="1"/>
          <c:order val="1"/>
          <c:tx>
            <c:strRef>
              <c:f>'# Out SF'!$P$2</c:f>
              <c:strCache>
                <c:ptCount val="1"/>
                <c:pt idx="0">
                  <c:v>Run 2</c:v>
                </c:pt>
              </c:strCache>
            </c:strRef>
          </c:tx>
          <c:spPr>
            <a:ln w="19050" cap="rnd">
              <a:solidFill>
                <a:schemeClr val="accent3">
                  <a:shade val="53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SF'!$P$3:$P$37</c:f>
              <c:numCache>
                <c:formatCode>General</c:formatCode>
                <c:ptCount val="35"/>
                <c:pt idx="0">
                  <c:v>1</c:v>
                </c:pt>
                <c:pt idx="1">
                  <c:v>1</c:v>
                </c:pt>
                <c:pt idx="2">
                  <c:v>1</c:v>
                </c:pt>
                <c:pt idx="3">
                  <c:v>0.998</c:v>
                </c:pt>
                <c:pt idx="4">
                  <c:v>0.996</c:v>
                </c:pt>
                <c:pt idx="5">
                  <c:v>0.98799999999999999</c:v>
                </c:pt>
                <c:pt idx="6">
                  <c:v>0.98299999999999998</c:v>
                </c:pt>
                <c:pt idx="7">
                  <c:v>0.97599999999999998</c:v>
                </c:pt>
                <c:pt idx="8">
                  <c:v>0.96399999999999997</c:v>
                </c:pt>
                <c:pt idx="9">
                  <c:v>0.95699999999999996</c:v>
                </c:pt>
                <c:pt idx="10">
                  <c:v>0.93400000000000005</c:v>
                </c:pt>
                <c:pt idx="11">
                  <c:v>0.90700000000000003</c:v>
                </c:pt>
                <c:pt idx="12">
                  <c:v>0.871</c:v>
                </c:pt>
                <c:pt idx="13">
                  <c:v>0.82099999999999995</c:v>
                </c:pt>
                <c:pt idx="14">
                  <c:v>0.77400000000000002</c:v>
                </c:pt>
                <c:pt idx="15">
                  <c:v>0.72099999999999997</c:v>
                </c:pt>
                <c:pt idx="16">
                  <c:v>0.67600000000000005</c:v>
                </c:pt>
                <c:pt idx="17">
                  <c:v>0.66</c:v>
                </c:pt>
                <c:pt idx="18">
                  <c:v>0.66800000000000004</c:v>
                </c:pt>
                <c:pt idx="19">
                  <c:v>0.70399999999999996</c:v>
                </c:pt>
                <c:pt idx="20">
                  <c:v>0.76500000000000001</c:v>
                </c:pt>
                <c:pt idx="21">
                  <c:v>0.82199999999999995</c:v>
                </c:pt>
                <c:pt idx="22">
                  <c:v>0.874</c:v>
                </c:pt>
                <c:pt idx="23">
                  <c:v>0.92200000000000004</c:v>
                </c:pt>
                <c:pt idx="24">
                  <c:v>0.95199999999999996</c:v>
                </c:pt>
                <c:pt idx="25">
                  <c:v>0.97199999999999998</c:v>
                </c:pt>
                <c:pt idx="26">
                  <c:v>0.98599999999999999</c:v>
                </c:pt>
                <c:pt idx="27">
                  <c:v>0.99099999999999999</c:v>
                </c:pt>
                <c:pt idx="28">
                  <c:v>0.995</c:v>
                </c:pt>
                <c:pt idx="29">
                  <c:v>0.999</c:v>
                </c:pt>
                <c:pt idx="30">
                  <c:v>1</c:v>
                </c:pt>
                <c:pt idx="31">
                  <c:v>1</c:v>
                </c:pt>
                <c:pt idx="32">
                  <c:v>1</c:v>
                </c:pt>
                <c:pt idx="33">
                  <c:v>1</c:v>
                </c:pt>
                <c:pt idx="34">
                  <c:v>1</c:v>
                </c:pt>
              </c:numCache>
            </c:numRef>
          </c:yVal>
          <c:smooth val="0"/>
          <c:extLst>
            <c:ext xmlns:c16="http://schemas.microsoft.com/office/drawing/2014/chart" uri="{C3380CC4-5D6E-409C-BE32-E72D297353CC}">
              <c16:uniqueId val="{00000001-36D4-445A-8DF2-3A8EA8726B87}"/>
            </c:ext>
          </c:extLst>
        </c:ser>
        <c:ser>
          <c:idx val="2"/>
          <c:order val="2"/>
          <c:tx>
            <c:strRef>
              <c:f>'# Out SF'!$Q$2</c:f>
              <c:strCache>
                <c:ptCount val="1"/>
                <c:pt idx="0">
                  <c:v>Run 3</c:v>
                </c:pt>
              </c:strCache>
            </c:strRef>
          </c:tx>
          <c:spPr>
            <a:ln w="19050" cap="rnd">
              <a:solidFill>
                <a:schemeClr val="accent3">
                  <a:shade val="65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SF'!$Q$3:$Q$37</c:f>
              <c:numCache>
                <c:formatCode>General</c:formatCode>
                <c:ptCount val="35"/>
                <c:pt idx="0">
                  <c:v>1</c:v>
                </c:pt>
                <c:pt idx="1">
                  <c:v>1</c:v>
                </c:pt>
                <c:pt idx="2">
                  <c:v>1</c:v>
                </c:pt>
                <c:pt idx="3">
                  <c:v>0.998</c:v>
                </c:pt>
                <c:pt idx="4">
                  <c:v>0.996</c:v>
                </c:pt>
                <c:pt idx="5">
                  <c:v>0.99299999999999999</c:v>
                </c:pt>
                <c:pt idx="6">
                  <c:v>0.98899999999999999</c:v>
                </c:pt>
                <c:pt idx="7">
                  <c:v>0.98299999999999998</c:v>
                </c:pt>
                <c:pt idx="8">
                  <c:v>0.97499999999999998</c:v>
                </c:pt>
                <c:pt idx="9">
                  <c:v>0.95799999999999996</c:v>
                </c:pt>
                <c:pt idx="10">
                  <c:v>0.94299999999999995</c:v>
                </c:pt>
                <c:pt idx="11">
                  <c:v>0.91900000000000004</c:v>
                </c:pt>
                <c:pt idx="12">
                  <c:v>0.88700000000000001</c:v>
                </c:pt>
                <c:pt idx="13">
                  <c:v>0.84699999999999998</c:v>
                </c:pt>
                <c:pt idx="14">
                  <c:v>0.80700000000000005</c:v>
                </c:pt>
                <c:pt idx="15">
                  <c:v>0.75600000000000001</c:v>
                </c:pt>
                <c:pt idx="16">
                  <c:v>0.71199999999999997</c:v>
                </c:pt>
                <c:pt idx="17">
                  <c:v>0.68400000000000005</c:v>
                </c:pt>
                <c:pt idx="18">
                  <c:v>0.66700000000000004</c:v>
                </c:pt>
                <c:pt idx="19">
                  <c:v>0.69299999999999995</c:v>
                </c:pt>
                <c:pt idx="20">
                  <c:v>0.73799999999999999</c:v>
                </c:pt>
                <c:pt idx="21">
                  <c:v>0.79600000000000004</c:v>
                </c:pt>
                <c:pt idx="22">
                  <c:v>0.85199999999999998</c:v>
                </c:pt>
                <c:pt idx="23">
                  <c:v>0.90100000000000002</c:v>
                </c:pt>
                <c:pt idx="24">
                  <c:v>0.93200000000000005</c:v>
                </c:pt>
                <c:pt idx="25">
                  <c:v>0.95599999999999996</c:v>
                </c:pt>
                <c:pt idx="26">
                  <c:v>0.97199999999999998</c:v>
                </c:pt>
                <c:pt idx="27">
                  <c:v>0.98</c:v>
                </c:pt>
                <c:pt idx="28">
                  <c:v>0.99</c:v>
                </c:pt>
                <c:pt idx="29">
                  <c:v>0.99399999999999999</c:v>
                </c:pt>
                <c:pt idx="30">
                  <c:v>0.997</c:v>
                </c:pt>
                <c:pt idx="31">
                  <c:v>0.999</c:v>
                </c:pt>
                <c:pt idx="32">
                  <c:v>1</c:v>
                </c:pt>
                <c:pt idx="33">
                  <c:v>1</c:v>
                </c:pt>
                <c:pt idx="34">
                  <c:v>1</c:v>
                </c:pt>
              </c:numCache>
            </c:numRef>
          </c:yVal>
          <c:smooth val="0"/>
          <c:extLst>
            <c:ext xmlns:c16="http://schemas.microsoft.com/office/drawing/2014/chart" uri="{C3380CC4-5D6E-409C-BE32-E72D297353CC}">
              <c16:uniqueId val="{00000002-36D4-445A-8DF2-3A8EA8726B87}"/>
            </c:ext>
          </c:extLst>
        </c:ser>
        <c:ser>
          <c:idx val="3"/>
          <c:order val="3"/>
          <c:tx>
            <c:strRef>
              <c:f>'# Out SF'!$R$2</c:f>
              <c:strCache>
                <c:ptCount val="1"/>
                <c:pt idx="0">
                  <c:v>Run 4</c:v>
                </c:pt>
              </c:strCache>
            </c:strRef>
          </c:tx>
          <c:spPr>
            <a:ln w="19050" cap="rnd">
              <a:solidFill>
                <a:schemeClr val="accent3">
                  <a:shade val="76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SF'!$R$3:$R$37</c:f>
              <c:numCache>
                <c:formatCode>General</c:formatCode>
                <c:ptCount val="35"/>
                <c:pt idx="0">
                  <c:v>1</c:v>
                </c:pt>
                <c:pt idx="1">
                  <c:v>1</c:v>
                </c:pt>
                <c:pt idx="2">
                  <c:v>1</c:v>
                </c:pt>
                <c:pt idx="3">
                  <c:v>0.998</c:v>
                </c:pt>
                <c:pt idx="4">
                  <c:v>0.998</c:v>
                </c:pt>
                <c:pt idx="5">
                  <c:v>0.998</c:v>
                </c:pt>
                <c:pt idx="6">
                  <c:v>0.998</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numCache>
            </c:numRef>
          </c:yVal>
          <c:smooth val="0"/>
          <c:extLst>
            <c:ext xmlns:c16="http://schemas.microsoft.com/office/drawing/2014/chart" uri="{C3380CC4-5D6E-409C-BE32-E72D297353CC}">
              <c16:uniqueId val="{00000003-36D4-445A-8DF2-3A8EA8726B87}"/>
            </c:ext>
          </c:extLst>
        </c:ser>
        <c:ser>
          <c:idx val="4"/>
          <c:order val="4"/>
          <c:tx>
            <c:strRef>
              <c:f>'# Out SF'!$S$2</c:f>
              <c:strCache>
                <c:ptCount val="1"/>
                <c:pt idx="0">
                  <c:v>Run 5</c:v>
                </c:pt>
              </c:strCache>
            </c:strRef>
          </c:tx>
          <c:spPr>
            <a:ln w="19050" cap="rnd">
              <a:solidFill>
                <a:schemeClr val="accent3">
                  <a:shade val="88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SF'!$S$3:$S$37</c:f>
              <c:numCache>
                <c:formatCode>General</c:formatCode>
                <c:ptCount val="35"/>
                <c:pt idx="0">
                  <c:v>1</c:v>
                </c:pt>
                <c:pt idx="1">
                  <c:v>1</c:v>
                </c:pt>
                <c:pt idx="2">
                  <c:v>1</c:v>
                </c:pt>
                <c:pt idx="3">
                  <c:v>0.998</c:v>
                </c:pt>
                <c:pt idx="4">
                  <c:v>0.995</c:v>
                </c:pt>
                <c:pt idx="5">
                  <c:v>0.98899999999999999</c:v>
                </c:pt>
                <c:pt idx="6">
                  <c:v>0.98199999999999998</c:v>
                </c:pt>
                <c:pt idx="7">
                  <c:v>0.97699999999999998</c:v>
                </c:pt>
                <c:pt idx="8">
                  <c:v>0.96399999999999997</c:v>
                </c:pt>
                <c:pt idx="9">
                  <c:v>0.94499999999999995</c:v>
                </c:pt>
                <c:pt idx="10">
                  <c:v>0.91200000000000003</c:v>
                </c:pt>
                <c:pt idx="11">
                  <c:v>0.86</c:v>
                </c:pt>
                <c:pt idx="12">
                  <c:v>0.80400000000000005</c:v>
                </c:pt>
                <c:pt idx="13">
                  <c:v>0.72499999999999998</c:v>
                </c:pt>
                <c:pt idx="14">
                  <c:v>0.66700000000000004</c:v>
                </c:pt>
                <c:pt idx="15">
                  <c:v>0.63400000000000001</c:v>
                </c:pt>
                <c:pt idx="16">
                  <c:v>0.626</c:v>
                </c:pt>
                <c:pt idx="17">
                  <c:v>0.68500000000000005</c:v>
                </c:pt>
                <c:pt idx="18">
                  <c:v>0.745</c:v>
                </c:pt>
                <c:pt idx="19">
                  <c:v>0.81799999999999995</c:v>
                </c:pt>
                <c:pt idx="20">
                  <c:v>0.88200000000000001</c:v>
                </c:pt>
                <c:pt idx="21">
                  <c:v>0.91300000000000003</c:v>
                </c:pt>
                <c:pt idx="22">
                  <c:v>0.94599999999999995</c:v>
                </c:pt>
                <c:pt idx="23">
                  <c:v>0.95899999999999996</c:v>
                </c:pt>
                <c:pt idx="24">
                  <c:v>0.97099999999999997</c:v>
                </c:pt>
                <c:pt idx="25">
                  <c:v>0.98299999999999998</c:v>
                </c:pt>
                <c:pt idx="26">
                  <c:v>0.98799999999999999</c:v>
                </c:pt>
                <c:pt idx="27">
                  <c:v>0.99299999999999999</c:v>
                </c:pt>
                <c:pt idx="28">
                  <c:v>0.996</c:v>
                </c:pt>
                <c:pt idx="29">
                  <c:v>0.998</c:v>
                </c:pt>
                <c:pt idx="30">
                  <c:v>0.999</c:v>
                </c:pt>
                <c:pt idx="31">
                  <c:v>1</c:v>
                </c:pt>
                <c:pt idx="32">
                  <c:v>1</c:v>
                </c:pt>
                <c:pt idx="33">
                  <c:v>1</c:v>
                </c:pt>
                <c:pt idx="34">
                  <c:v>1</c:v>
                </c:pt>
              </c:numCache>
            </c:numRef>
          </c:yVal>
          <c:smooth val="0"/>
          <c:extLst>
            <c:ext xmlns:c16="http://schemas.microsoft.com/office/drawing/2014/chart" uri="{C3380CC4-5D6E-409C-BE32-E72D297353CC}">
              <c16:uniqueId val="{00000004-36D4-445A-8DF2-3A8EA8726B87}"/>
            </c:ext>
          </c:extLst>
        </c:ser>
        <c:ser>
          <c:idx val="5"/>
          <c:order val="5"/>
          <c:tx>
            <c:strRef>
              <c:f>'# Out SF'!$T$2</c:f>
              <c:strCache>
                <c:ptCount val="1"/>
                <c:pt idx="0">
                  <c:v>Run 6</c:v>
                </c:pt>
              </c:strCache>
            </c:strRef>
          </c:tx>
          <c:spPr>
            <a:ln w="19050" cap="rnd">
              <a:solidFill>
                <a:schemeClr val="accent3"/>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SF'!$T$3:$T$37</c:f>
              <c:numCache>
                <c:formatCode>General</c:formatCode>
                <c:ptCount val="35"/>
                <c:pt idx="0">
                  <c:v>1</c:v>
                </c:pt>
                <c:pt idx="1">
                  <c:v>1</c:v>
                </c:pt>
                <c:pt idx="2">
                  <c:v>1</c:v>
                </c:pt>
                <c:pt idx="3">
                  <c:v>0.998</c:v>
                </c:pt>
                <c:pt idx="4">
                  <c:v>0.996</c:v>
                </c:pt>
                <c:pt idx="5">
                  <c:v>0.99099999999999999</c:v>
                </c:pt>
                <c:pt idx="6">
                  <c:v>0.98</c:v>
                </c:pt>
                <c:pt idx="7">
                  <c:v>0.97199999999999998</c:v>
                </c:pt>
                <c:pt idx="8">
                  <c:v>0.95699999999999996</c:v>
                </c:pt>
                <c:pt idx="9">
                  <c:v>0.93600000000000005</c:v>
                </c:pt>
                <c:pt idx="10">
                  <c:v>0.89800000000000002</c:v>
                </c:pt>
                <c:pt idx="11">
                  <c:v>0.85299999999999998</c:v>
                </c:pt>
                <c:pt idx="12">
                  <c:v>0.78600000000000003</c:v>
                </c:pt>
                <c:pt idx="13">
                  <c:v>0.72699999999999998</c:v>
                </c:pt>
                <c:pt idx="14">
                  <c:v>0.66500000000000004</c:v>
                </c:pt>
                <c:pt idx="15">
                  <c:v>0.60799999999999998</c:v>
                </c:pt>
                <c:pt idx="16">
                  <c:v>0.60699999999999998</c:v>
                </c:pt>
                <c:pt idx="17">
                  <c:v>0.625</c:v>
                </c:pt>
                <c:pt idx="18">
                  <c:v>0.69899999999999995</c:v>
                </c:pt>
                <c:pt idx="19">
                  <c:v>0.78800000000000003</c:v>
                </c:pt>
                <c:pt idx="20">
                  <c:v>0.85299999999999998</c:v>
                </c:pt>
                <c:pt idx="21">
                  <c:v>0.91300000000000003</c:v>
                </c:pt>
                <c:pt idx="22">
                  <c:v>0.95199999999999996</c:v>
                </c:pt>
                <c:pt idx="23">
                  <c:v>0.97199999999999998</c:v>
                </c:pt>
                <c:pt idx="24">
                  <c:v>0.98899999999999999</c:v>
                </c:pt>
                <c:pt idx="25">
                  <c:v>0.996</c:v>
                </c:pt>
                <c:pt idx="26">
                  <c:v>0.998</c:v>
                </c:pt>
                <c:pt idx="27">
                  <c:v>1</c:v>
                </c:pt>
                <c:pt idx="28">
                  <c:v>1</c:v>
                </c:pt>
                <c:pt idx="29">
                  <c:v>1</c:v>
                </c:pt>
                <c:pt idx="30">
                  <c:v>1</c:v>
                </c:pt>
                <c:pt idx="31">
                  <c:v>1</c:v>
                </c:pt>
                <c:pt idx="32">
                  <c:v>1</c:v>
                </c:pt>
                <c:pt idx="33">
                  <c:v>1</c:v>
                </c:pt>
                <c:pt idx="34">
                  <c:v>1</c:v>
                </c:pt>
              </c:numCache>
            </c:numRef>
          </c:yVal>
          <c:smooth val="0"/>
          <c:extLst>
            <c:ext xmlns:c16="http://schemas.microsoft.com/office/drawing/2014/chart" uri="{C3380CC4-5D6E-409C-BE32-E72D297353CC}">
              <c16:uniqueId val="{00000005-36D4-445A-8DF2-3A8EA8726B87}"/>
            </c:ext>
          </c:extLst>
        </c:ser>
        <c:ser>
          <c:idx val="6"/>
          <c:order val="6"/>
          <c:tx>
            <c:strRef>
              <c:f>'# Out SF'!$U$2</c:f>
              <c:strCache>
                <c:ptCount val="1"/>
                <c:pt idx="0">
                  <c:v>Run 7</c:v>
                </c:pt>
              </c:strCache>
            </c:strRef>
          </c:tx>
          <c:spPr>
            <a:ln w="19050" cap="rnd">
              <a:solidFill>
                <a:schemeClr val="accent3">
                  <a:tint val="89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SF'!$U$3:$U$37</c:f>
              <c:numCache>
                <c:formatCode>General</c:formatCode>
                <c:ptCount val="35"/>
                <c:pt idx="0">
                  <c:v>1</c:v>
                </c:pt>
                <c:pt idx="1">
                  <c:v>1</c:v>
                </c:pt>
                <c:pt idx="2">
                  <c:v>1</c:v>
                </c:pt>
                <c:pt idx="3">
                  <c:v>0.998</c:v>
                </c:pt>
                <c:pt idx="4">
                  <c:v>0.997</c:v>
                </c:pt>
                <c:pt idx="5">
                  <c:v>0.99399999999999999</c:v>
                </c:pt>
                <c:pt idx="6">
                  <c:v>0.98699999999999999</c:v>
                </c:pt>
                <c:pt idx="7">
                  <c:v>0.98199999999999998</c:v>
                </c:pt>
                <c:pt idx="8">
                  <c:v>0.96899999999999997</c:v>
                </c:pt>
                <c:pt idx="9">
                  <c:v>0.94899999999999995</c:v>
                </c:pt>
                <c:pt idx="10">
                  <c:v>0.91700000000000004</c:v>
                </c:pt>
                <c:pt idx="11">
                  <c:v>0.878</c:v>
                </c:pt>
                <c:pt idx="12">
                  <c:v>0.82199999999999995</c:v>
                </c:pt>
                <c:pt idx="13">
                  <c:v>0.76900000000000002</c:v>
                </c:pt>
                <c:pt idx="14">
                  <c:v>0.71399999999999997</c:v>
                </c:pt>
                <c:pt idx="15">
                  <c:v>0.67400000000000004</c:v>
                </c:pt>
                <c:pt idx="16">
                  <c:v>0.65400000000000003</c:v>
                </c:pt>
                <c:pt idx="17">
                  <c:v>0.65900000000000003</c:v>
                </c:pt>
                <c:pt idx="18">
                  <c:v>0.69699999999999995</c:v>
                </c:pt>
                <c:pt idx="19">
                  <c:v>0.747</c:v>
                </c:pt>
                <c:pt idx="20">
                  <c:v>0.81899999999999995</c:v>
                </c:pt>
                <c:pt idx="21">
                  <c:v>0.88</c:v>
                </c:pt>
                <c:pt idx="22">
                  <c:v>0.92500000000000004</c:v>
                </c:pt>
                <c:pt idx="23">
                  <c:v>0.95699999999999996</c:v>
                </c:pt>
                <c:pt idx="24">
                  <c:v>0.97099999999999997</c:v>
                </c:pt>
                <c:pt idx="25">
                  <c:v>0.97799999999999998</c:v>
                </c:pt>
                <c:pt idx="26">
                  <c:v>0.98799999999999999</c:v>
                </c:pt>
                <c:pt idx="27">
                  <c:v>0.99099999999999999</c:v>
                </c:pt>
                <c:pt idx="28">
                  <c:v>0.99299999999999999</c:v>
                </c:pt>
                <c:pt idx="29">
                  <c:v>0.996</c:v>
                </c:pt>
                <c:pt idx="30">
                  <c:v>0.997</c:v>
                </c:pt>
                <c:pt idx="31">
                  <c:v>0.998</c:v>
                </c:pt>
                <c:pt idx="32">
                  <c:v>0.999</c:v>
                </c:pt>
                <c:pt idx="33">
                  <c:v>0.999</c:v>
                </c:pt>
                <c:pt idx="34">
                  <c:v>1</c:v>
                </c:pt>
              </c:numCache>
            </c:numRef>
          </c:yVal>
          <c:smooth val="0"/>
          <c:extLst>
            <c:ext xmlns:c16="http://schemas.microsoft.com/office/drawing/2014/chart" uri="{C3380CC4-5D6E-409C-BE32-E72D297353CC}">
              <c16:uniqueId val="{00000006-36D4-445A-8DF2-3A8EA8726B87}"/>
            </c:ext>
          </c:extLst>
        </c:ser>
        <c:ser>
          <c:idx val="7"/>
          <c:order val="7"/>
          <c:tx>
            <c:strRef>
              <c:f>'# Out SF'!$V$2</c:f>
              <c:strCache>
                <c:ptCount val="1"/>
                <c:pt idx="0">
                  <c:v>Run 8</c:v>
                </c:pt>
              </c:strCache>
            </c:strRef>
          </c:tx>
          <c:spPr>
            <a:ln w="19050" cap="rnd">
              <a:solidFill>
                <a:schemeClr val="accent3">
                  <a:tint val="77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SF'!$V$3:$V$37</c:f>
              <c:numCache>
                <c:formatCode>General</c:formatCode>
                <c:ptCount val="35"/>
                <c:pt idx="0">
                  <c:v>1</c:v>
                </c:pt>
                <c:pt idx="1">
                  <c:v>1</c:v>
                </c:pt>
                <c:pt idx="2">
                  <c:v>1</c:v>
                </c:pt>
                <c:pt idx="3">
                  <c:v>0.998</c:v>
                </c:pt>
                <c:pt idx="4">
                  <c:v>0.99399999999999999</c:v>
                </c:pt>
                <c:pt idx="5">
                  <c:v>0.98899999999999999</c:v>
                </c:pt>
                <c:pt idx="6">
                  <c:v>0.97799999999999998</c:v>
                </c:pt>
                <c:pt idx="7">
                  <c:v>0.96399999999999997</c:v>
                </c:pt>
                <c:pt idx="8">
                  <c:v>0.94299999999999995</c:v>
                </c:pt>
                <c:pt idx="9">
                  <c:v>0.90700000000000003</c:v>
                </c:pt>
                <c:pt idx="10">
                  <c:v>0.85699999999999998</c:v>
                </c:pt>
                <c:pt idx="11">
                  <c:v>0.79600000000000004</c:v>
                </c:pt>
                <c:pt idx="12">
                  <c:v>0.72699999999999998</c:v>
                </c:pt>
                <c:pt idx="13">
                  <c:v>0.67400000000000004</c:v>
                </c:pt>
                <c:pt idx="14">
                  <c:v>0.63600000000000001</c:v>
                </c:pt>
                <c:pt idx="15">
                  <c:v>0.626</c:v>
                </c:pt>
                <c:pt idx="16">
                  <c:v>0.65100000000000002</c:v>
                </c:pt>
                <c:pt idx="17">
                  <c:v>0.69199999999999995</c:v>
                </c:pt>
                <c:pt idx="18">
                  <c:v>0.76400000000000001</c:v>
                </c:pt>
                <c:pt idx="19">
                  <c:v>0.84399999999999997</c:v>
                </c:pt>
                <c:pt idx="20">
                  <c:v>0.90500000000000003</c:v>
                </c:pt>
                <c:pt idx="21">
                  <c:v>0.95499999999999996</c:v>
                </c:pt>
                <c:pt idx="22">
                  <c:v>0.97799999999999998</c:v>
                </c:pt>
                <c:pt idx="23">
                  <c:v>0.98499999999999999</c:v>
                </c:pt>
                <c:pt idx="24">
                  <c:v>0.99199999999999999</c:v>
                </c:pt>
                <c:pt idx="25">
                  <c:v>0.99199999999999999</c:v>
                </c:pt>
                <c:pt idx="26">
                  <c:v>0.996</c:v>
                </c:pt>
                <c:pt idx="27">
                  <c:v>0.996</c:v>
                </c:pt>
                <c:pt idx="28">
                  <c:v>0.997</c:v>
                </c:pt>
                <c:pt idx="29">
                  <c:v>0.997</c:v>
                </c:pt>
                <c:pt idx="30">
                  <c:v>0.998</c:v>
                </c:pt>
                <c:pt idx="31">
                  <c:v>0.999</c:v>
                </c:pt>
                <c:pt idx="32">
                  <c:v>0.999</c:v>
                </c:pt>
                <c:pt idx="33">
                  <c:v>1</c:v>
                </c:pt>
                <c:pt idx="34">
                  <c:v>1</c:v>
                </c:pt>
              </c:numCache>
            </c:numRef>
          </c:yVal>
          <c:smooth val="0"/>
          <c:extLst>
            <c:ext xmlns:c16="http://schemas.microsoft.com/office/drawing/2014/chart" uri="{C3380CC4-5D6E-409C-BE32-E72D297353CC}">
              <c16:uniqueId val="{00000007-36D4-445A-8DF2-3A8EA8726B87}"/>
            </c:ext>
          </c:extLst>
        </c:ser>
        <c:ser>
          <c:idx val="8"/>
          <c:order val="8"/>
          <c:tx>
            <c:strRef>
              <c:f>'# Out SF'!$W$2</c:f>
              <c:strCache>
                <c:ptCount val="1"/>
                <c:pt idx="0">
                  <c:v>Run 9</c:v>
                </c:pt>
              </c:strCache>
            </c:strRef>
          </c:tx>
          <c:spPr>
            <a:ln w="19050" cap="rnd">
              <a:solidFill>
                <a:schemeClr val="accent3">
                  <a:tint val="65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SF'!$W$3:$W$37</c:f>
              <c:numCache>
                <c:formatCode>General</c:formatCode>
                <c:ptCount val="35"/>
                <c:pt idx="0">
                  <c:v>1</c:v>
                </c:pt>
                <c:pt idx="1">
                  <c:v>1</c:v>
                </c:pt>
                <c:pt idx="2">
                  <c:v>1</c:v>
                </c:pt>
                <c:pt idx="3">
                  <c:v>0.998</c:v>
                </c:pt>
                <c:pt idx="4">
                  <c:v>0.996</c:v>
                </c:pt>
                <c:pt idx="5">
                  <c:v>0.98899999999999999</c:v>
                </c:pt>
                <c:pt idx="6">
                  <c:v>0.98299999999999998</c:v>
                </c:pt>
                <c:pt idx="7">
                  <c:v>0.97499999999999998</c:v>
                </c:pt>
                <c:pt idx="8">
                  <c:v>0.96299999999999997</c:v>
                </c:pt>
                <c:pt idx="9">
                  <c:v>0.95399999999999996</c:v>
                </c:pt>
                <c:pt idx="10">
                  <c:v>0.92900000000000005</c:v>
                </c:pt>
                <c:pt idx="11">
                  <c:v>0.90700000000000003</c:v>
                </c:pt>
                <c:pt idx="12">
                  <c:v>0.86699999999999999</c:v>
                </c:pt>
                <c:pt idx="13">
                  <c:v>0.81599999999999995</c:v>
                </c:pt>
                <c:pt idx="14">
                  <c:v>0.76900000000000002</c:v>
                </c:pt>
                <c:pt idx="15">
                  <c:v>0.70699999999999996</c:v>
                </c:pt>
                <c:pt idx="16">
                  <c:v>0.68700000000000006</c:v>
                </c:pt>
                <c:pt idx="17">
                  <c:v>0.67300000000000004</c:v>
                </c:pt>
                <c:pt idx="18">
                  <c:v>0.69</c:v>
                </c:pt>
                <c:pt idx="19">
                  <c:v>0.73399999999999999</c:v>
                </c:pt>
                <c:pt idx="20">
                  <c:v>0.77100000000000002</c:v>
                </c:pt>
                <c:pt idx="21">
                  <c:v>0.82899999999999996</c:v>
                </c:pt>
                <c:pt idx="22">
                  <c:v>0.876</c:v>
                </c:pt>
                <c:pt idx="23">
                  <c:v>0.92100000000000004</c:v>
                </c:pt>
                <c:pt idx="24">
                  <c:v>0.95599999999999996</c:v>
                </c:pt>
                <c:pt idx="25">
                  <c:v>0.97799999999999998</c:v>
                </c:pt>
                <c:pt idx="26">
                  <c:v>0.99199999999999999</c:v>
                </c:pt>
                <c:pt idx="27">
                  <c:v>0.997</c:v>
                </c:pt>
                <c:pt idx="28">
                  <c:v>0.999</c:v>
                </c:pt>
                <c:pt idx="29">
                  <c:v>1</c:v>
                </c:pt>
                <c:pt idx="30">
                  <c:v>1</c:v>
                </c:pt>
                <c:pt idx="31">
                  <c:v>1</c:v>
                </c:pt>
                <c:pt idx="32">
                  <c:v>1</c:v>
                </c:pt>
                <c:pt idx="33">
                  <c:v>1</c:v>
                </c:pt>
                <c:pt idx="34">
                  <c:v>1</c:v>
                </c:pt>
              </c:numCache>
            </c:numRef>
          </c:yVal>
          <c:smooth val="0"/>
          <c:extLst>
            <c:ext xmlns:c16="http://schemas.microsoft.com/office/drawing/2014/chart" uri="{C3380CC4-5D6E-409C-BE32-E72D297353CC}">
              <c16:uniqueId val="{00000008-36D4-445A-8DF2-3A8EA8726B87}"/>
            </c:ext>
          </c:extLst>
        </c:ser>
        <c:ser>
          <c:idx val="9"/>
          <c:order val="9"/>
          <c:tx>
            <c:strRef>
              <c:f>'# Out SF'!$X$2</c:f>
              <c:strCache>
                <c:ptCount val="1"/>
                <c:pt idx="0">
                  <c:v>Run 10</c:v>
                </c:pt>
              </c:strCache>
            </c:strRef>
          </c:tx>
          <c:spPr>
            <a:ln w="19050" cap="rnd">
              <a:solidFill>
                <a:schemeClr val="accent3">
                  <a:tint val="54000"/>
                </a:schemeClr>
              </a:solidFill>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SF'!$X$3:$X$37</c:f>
              <c:numCache>
                <c:formatCode>General</c:formatCode>
                <c:ptCount val="35"/>
                <c:pt idx="0">
                  <c:v>1</c:v>
                </c:pt>
                <c:pt idx="1">
                  <c:v>1</c:v>
                </c:pt>
                <c:pt idx="2">
                  <c:v>1</c:v>
                </c:pt>
                <c:pt idx="3">
                  <c:v>0.998</c:v>
                </c:pt>
                <c:pt idx="4">
                  <c:v>0.998</c:v>
                </c:pt>
                <c:pt idx="5">
                  <c:v>0.99399999999999999</c:v>
                </c:pt>
                <c:pt idx="6">
                  <c:v>0.99099999999999999</c:v>
                </c:pt>
                <c:pt idx="7">
                  <c:v>0.98799999999999999</c:v>
                </c:pt>
                <c:pt idx="8">
                  <c:v>0.98</c:v>
                </c:pt>
                <c:pt idx="9">
                  <c:v>0.97199999999999998</c:v>
                </c:pt>
                <c:pt idx="10">
                  <c:v>0.96199999999999997</c:v>
                </c:pt>
                <c:pt idx="11">
                  <c:v>0.94199999999999995</c:v>
                </c:pt>
                <c:pt idx="12">
                  <c:v>0.91600000000000004</c:v>
                </c:pt>
                <c:pt idx="13">
                  <c:v>0.88900000000000001</c:v>
                </c:pt>
                <c:pt idx="14">
                  <c:v>0.84299999999999997</c:v>
                </c:pt>
                <c:pt idx="15">
                  <c:v>0.78500000000000003</c:v>
                </c:pt>
                <c:pt idx="16">
                  <c:v>0.71699999999999997</c:v>
                </c:pt>
                <c:pt idx="17">
                  <c:v>0.65800000000000003</c:v>
                </c:pt>
                <c:pt idx="18">
                  <c:v>0.629</c:v>
                </c:pt>
                <c:pt idx="19">
                  <c:v>0.64200000000000002</c:v>
                </c:pt>
                <c:pt idx="20">
                  <c:v>0.69499999999999995</c:v>
                </c:pt>
                <c:pt idx="21">
                  <c:v>0.76100000000000001</c:v>
                </c:pt>
                <c:pt idx="22">
                  <c:v>0.83599999999999997</c:v>
                </c:pt>
                <c:pt idx="23">
                  <c:v>0.89500000000000002</c:v>
                </c:pt>
                <c:pt idx="24">
                  <c:v>0.93799999999999994</c:v>
                </c:pt>
                <c:pt idx="25">
                  <c:v>0.96499999999999997</c:v>
                </c:pt>
                <c:pt idx="26">
                  <c:v>0.97399999999999998</c:v>
                </c:pt>
                <c:pt idx="27">
                  <c:v>0.98299999999999998</c:v>
                </c:pt>
                <c:pt idx="28">
                  <c:v>0.98899999999999999</c:v>
                </c:pt>
                <c:pt idx="29">
                  <c:v>0.99299999999999999</c:v>
                </c:pt>
                <c:pt idx="30">
                  <c:v>0.996</c:v>
                </c:pt>
                <c:pt idx="31">
                  <c:v>0.997</c:v>
                </c:pt>
                <c:pt idx="32">
                  <c:v>0.998</c:v>
                </c:pt>
                <c:pt idx="33">
                  <c:v>0.999</c:v>
                </c:pt>
                <c:pt idx="34">
                  <c:v>0.999</c:v>
                </c:pt>
              </c:numCache>
            </c:numRef>
          </c:yVal>
          <c:smooth val="0"/>
          <c:extLst>
            <c:ext xmlns:c16="http://schemas.microsoft.com/office/drawing/2014/chart" uri="{C3380CC4-5D6E-409C-BE32-E72D297353CC}">
              <c16:uniqueId val="{00000009-36D4-445A-8DF2-3A8EA8726B87}"/>
            </c:ext>
          </c:extLst>
        </c:ser>
        <c:ser>
          <c:idx val="10"/>
          <c:order val="10"/>
          <c:tx>
            <c:strRef>
              <c:f>'# Out SF'!$Y$2</c:f>
              <c:strCache>
                <c:ptCount val="1"/>
                <c:pt idx="0">
                  <c:v>Average</c:v>
                </c:pt>
              </c:strCache>
            </c:strRef>
          </c:tx>
          <c:spPr>
            <a:ln w="28575" cap="rnd">
              <a:solidFill>
                <a:srgbClr val="C00000"/>
              </a:solidFill>
              <a:prstDash val="dash"/>
              <a:round/>
            </a:ln>
            <a:effectLst/>
          </c:spPr>
          <c:marker>
            <c:symbol val="none"/>
          </c:marker>
          <c:xVal>
            <c:numRef>
              <c:f>'# Out SF'!$N$3:$N$37</c:f>
              <c:numCache>
                <c:formatCode>General</c:formatCode>
                <c:ptCount val="3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numCache>
            </c:numRef>
          </c:xVal>
          <c:yVal>
            <c:numRef>
              <c:f>'# Out SF'!$Y$3:$Y$37</c:f>
              <c:numCache>
                <c:formatCode>General</c:formatCode>
                <c:ptCount val="35"/>
                <c:pt idx="0">
                  <c:v>1</c:v>
                </c:pt>
                <c:pt idx="1">
                  <c:v>1</c:v>
                </c:pt>
                <c:pt idx="2">
                  <c:v>1</c:v>
                </c:pt>
                <c:pt idx="3">
                  <c:v>0.998</c:v>
                </c:pt>
                <c:pt idx="4">
                  <c:v>0.996</c:v>
                </c:pt>
                <c:pt idx="5">
                  <c:v>0.99150000000000005</c:v>
                </c:pt>
                <c:pt idx="6">
                  <c:v>0.98499999999999999</c:v>
                </c:pt>
                <c:pt idx="7">
                  <c:v>0.97820000000000007</c:v>
                </c:pt>
                <c:pt idx="8">
                  <c:v>0.96550000000000002</c:v>
                </c:pt>
                <c:pt idx="9">
                  <c:v>0.94850000000000001</c:v>
                </c:pt>
                <c:pt idx="10">
                  <c:v>0.92130000000000001</c:v>
                </c:pt>
                <c:pt idx="11">
                  <c:v>0.88770000000000004</c:v>
                </c:pt>
                <c:pt idx="12">
                  <c:v>0.84520000000000006</c:v>
                </c:pt>
                <c:pt idx="13">
                  <c:v>0.79910000000000003</c:v>
                </c:pt>
                <c:pt idx="14">
                  <c:v>0.7572000000000001</c:v>
                </c:pt>
                <c:pt idx="15">
                  <c:v>0.71810000000000007</c:v>
                </c:pt>
                <c:pt idx="16">
                  <c:v>0.69979999999999998</c:v>
                </c:pt>
                <c:pt idx="17">
                  <c:v>0.70389999999999997</c:v>
                </c:pt>
                <c:pt idx="18">
                  <c:v>0.73009999999999997</c:v>
                </c:pt>
                <c:pt idx="19">
                  <c:v>0.77789999999999992</c:v>
                </c:pt>
                <c:pt idx="20">
                  <c:v>0.82929999999999993</c:v>
                </c:pt>
                <c:pt idx="21">
                  <c:v>0.87790000000000001</c:v>
                </c:pt>
                <c:pt idx="22">
                  <c:v>0.91859999999999997</c:v>
                </c:pt>
                <c:pt idx="23">
                  <c:v>0.9477000000000001</c:v>
                </c:pt>
                <c:pt idx="24">
                  <c:v>0.96829999999999994</c:v>
                </c:pt>
                <c:pt idx="25">
                  <c:v>0.98089999999999999</c:v>
                </c:pt>
                <c:pt idx="26">
                  <c:v>0.9887999999999999</c:v>
                </c:pt>
                <c:pt idx="27">
                  <c:v>0.9927999999999999</c:v>
                </c:pt>
                <c:pt idx="28">
                  <c:v>0.99560000000000004</c:v>
                </c:pt>
                <c:pt idx="29">
                  <c:v>0.99729999999999996</c:v>
                </c:pt>
                <c:pt idx="30">
                  <c:v>0.99839999999999995</c:v>
                </c:pt>
                <c:pt idx="31">
                  <c:v>0.99920000000000009</c:v>
                </c:pt>
                <c:pt idx="32">
                  <c:v>0.99960000000000004</c:v>
                </c:pt>
                <c:pt idx="33">
                  <c:v>0.99979999999999991</c:v>
                </c:pt>
                <c:pt idx="34">
                  <c:v>0.99990000000000001</c:v>
                </c:pt>
              </c:numCache>
            </c:numRef>
          </c:yVal>
          <c:smooth val="0"/>
          <c:extLst>
            <c:ext xmlns:c16="http://schemas.microsoft.com/office/drawing/2014/chart" uri="{C3380CC4-5D6E-409C-BE32-E72D297353CC}">
              <c16:uniqueId val="{0000000A-36D4-445A-8DF2-3A8EA8726B87}"/>
            </c:ext>
          </c:extLst>
        </c:ser>
        <c:dLbls>
          <c:showLegendKey val="0"/>
          <c:showVal val="0"/>
          <c:showCatName val="0"/>
          <c:showSerName val="0"/>
          <c:showPercent val="0"/>
          <c:showBubbleSize val="0"/>
        </c:dLbls>
        <c:axId val="1077390784"/>
        <c:axId val="1318262624"/>
      </c:scatterChart>
      <c:valAx>
        <c:axId val="1077390784"/>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8262624"/>
        <c:crosses val="autoZero"/>
        <c:crossBetween val="midCat"/>
      </c:valAx>
      <c:valAx>
        <c:axId val="1318262624"/>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Mobility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7390784"/>
        <c:crosses val="autoZero"/>
        <c:crossBetween val="midCat"/>
        <c:majorUnit val="0.2"/>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'Infected FF'!$B$2</c:f>
              <c:strCache>
                <c:ptCount val="1"/>
                <c:pt idx="0">
                  <c:v>Run 1</c:v>
                </c:pt>
              </c:strCache>
            </c:strRef>
          </c:tx>
          <c:spPr>
            <a:ln w="19050" cap="rnd">
              <a:solidFill>
                <a:schemeClr val="accent3">
                  <a:shade val="41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FF'!$B$3:$B$200</c:f>
              <c:numCache>
                <c:formatCode>General</c:formatCode>
                <c:ptCount val="198"/>
                <c:pt idx="0">
                  <c:v>2</c:v>
                </c:pt>
                <c:pt idx="1">
                  <c:v>5</c:v>
                </c:pt>
                <c:pt idx="2">
                  <c:v>14</c:v>
                </c:pt>
                <c:pt idx="3">
                  <c:v>22</c:v>
                </c:pt>
                <c:pt idx="4">
                  <c:v>35</c:v>
                </c:pt>
                <c:pt idx="5">
                  <c:v>50</c:v>
                </c:pt>
                <c:pt idx="6">
                  <c:v>68</c:v>
                </c:pt>
                <c:pt idx="7">
                  <c:v>81</c:v>
                </c:pt>
                <c:pt idx="8">
                  <c:v>85</c:v>
                </c:pt>
                <c:pt idx="9">
                  <c:v>82</c:v>
                </c:pt>
                <c:pt idx="10">
                  <c:v>74</c:v>
                </c:pt>
                <c:pt idx="11">
                  <c:v>63</c:v>
                </c:pt>
                <c:pt idx="12">
                  <c:v>49</c:v>
                </c:pt>
                <c:pt idx="13">
                  <c:v>40</c:v>
                </c:pt>
                <c:pt idx="14">
                  <c:v>35</c:v>
                </c:pt>
                <c:pt idx="15">
                  <c:v>39</c:v>
                </c:pt>
                <c:pt idx="16">
                  <c:v>44</c:v>
                </c:pt>
                <c:pt idx="17">
                  <c:v>52</c:v>
                </c:pt>
                <c:pt idx="18">
                  <c:v>53</c:v>
                </c:pt>
                <c:pt idx="19">
                  <c:v>61</c:v>
                </c:pt>
                <c:pt idx="20">
                  <c:v>68</c:v>
                </c:pt>
                <c:pt idx="21">
                  <c:v>67</c:v>
                </c:pt>
                <c:pt idx="22">
                  <c:v>63</c:v>
                </c:pt>
                <c:pt idx="23">
                  <c:v>52</c:v>
                </c:pt>
                <c:pt idx="24">
                  <c:v>45</c:v>
                </c:pt>
                <c:pt idx="25">
                  <c:v>32</c:v>
                </c:pt>
                <c:pt idx="26">
                  <c:v>17</c:v>
                </c:pt>
                <c:pt idx="27">
                  <c:v>10</c:v>
                </c:pt>
                <c:pt idx="28">
                  <c:v>9</c:v>
                </c:pt>
                <c:pt idx="29">
                  <c:v>14</c:v>
                </c:pt>
                <c:pt idx="30">
                  <c:v>21</c:v>
                </c:pt>
                <c:pt idx="31">
                  <c:v>22</c:v>
                </c:pt>
                <c:pt idx="32">
                  <c:v>24</c:v>
                </c:pt>
                <c:pt idx="33">
                  <c:v>27</c:v>
                </c:pt>
                <c:pt idx="34">
                  <c:v>24</c:v>
                </c:pt>
                <c:pt idx="35">
                  <c:v>20</c:v>
                </c:pt>
                <c:pt idx="36">
                  <c:v>17</c:v>
                </c:pt>
                <c:pt idx="37">
                  <c:v>15</c:v>
                </c:pt>
                <c:pt idx="38">
                  <c:v>16</c:v>
                </c:pt>
                <c:pt idx="39">
                  <c:v>15</c:v>
                </c:pt>
                <c:pt idx="40">
                  <c:v>17</c:v>
                </c:pt>
                <c:pt idx="41">
                  <c:v>17</c:v>
                </c:pt>
                <c:pt idx="42">
                  <c:v>14</c:v>
                </c:pt>
                <c:pt idx="43">
                  <c:v>13</c:v>
                </c:pt>
                <c:pt idx="44">
                  <c:v>10</c:v>
                </c:pt>
                <c:pt idx="45">
                  <c:v>7</c:v>
                </c:pt>
                <c:pt idx="46">
                  <c:v>4</c:v>
                </c:pt>
                <c:pt idx="47">
                  <c:v>4</c:v>
                </c:pt>
                <c:pt idx="48">
                  <c:v>9</c:v>
                </c:pt>
                <c:pt idx="49">
                  <c:v>15</c:v>
                </c:pt>
                <c:pt idx="50">
                  <c:v>20</c:v>
                </c:pt>
                <c:pt idx="51">
                  <c:v>26</c:v>
                </c:pt>
                <c:pt idx="52">
                  <c:v>30</c:v>
                </c:pt>
                <c:pt idx="53">
                  <c:v>35</c:v>
                </c:pt>
                <c:pt idx="54">
                  <c:v>30</c:v>
                </c:pt>
                <c:pt idx="55">
                  <c:v>28</c:v>
                </c:pt>
                <c:pt idx="56">
                  <c:v>23</c:v>
                </c:pt>
                <c:pt idx="57">
                  <c:v>19</c:v>
                </c:pt>
                <c:pt idx="58">
                  <c:v>16</c:v>
                </c:pt>
                <c:pt idx="59">
                  <c:v>10</c:v>
                </c:pt>
                <c:pt idx="60">
                  <c:v>15</c:v>
                </c:pt>
                <c:pt idx="61">
                  <c:v>13</c:v>
                </c:pt>
                <c:pt idx="62">
                  <c:v>15</c:v>
                </c:pt>
                <c:pt idx="63">
                  <c:v>15</c:v>
                </c:pt>
                <c:pt idx="64">
                  <c:v>16</c:v>
                </c:pt>
                <c:pt idx="65">
                  <c:v>20</c:v>
                </c:pt>
                <c:pt idx="66">
                  <c:v>18</c:v>
                </c:pt>
                <c:pt idx="67">
                  <c:v>17</c:v>
                </c:pt>
                <c:pt idx="68">
                  <c:v>17</c:v>
                </c:pt>
                <c:pt idx="69">
                  <c:v>16</c:v>
                </c:pt>
                <c:pt idx="70">
                  <c:v>13</c:v>
                </c:pt>
                <c:pt idx="71">
                  <c:v>8</c:v>
                </c:pt>
                <c:pt idx="72">
                  <c:v>4</c:v>
                </c:pt>
                <c:pt idx="73">
                  <c:v>3</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0-1EE4-4135-B5DC-9511A6E810CC}"/>
            </c:ext>
          </c:extLst>
        </c:ser>
        <c:ser>
          <c:idx val="1"/>
          <c:order val="1"/>
          <c:tx>
            <c:strRef>
              <c:f>'Infected FF'!$C$2</c:f>
              <c:strCache>
                <c:ptCount val="1"/>
                <c:pt idx="0">
                  <c:v>Run 2</c:v>
                </c:pt>
              </c:strCache>
            </c:strRef>
          </c:tx>
          <c:spPr>
            <a:ln w="19050" cap="rnd">
              <a:solidFill>
                <a:schemeClr val="accent3">
                  <a:shade val="53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FF'!$C$3:$C$200</c:f>
              <c:numCache>
                <c:formatCode>General</c:formatCode>
                <c:ptCount val="198"/>
                <c:pt idx="0">
                  <c:v>2</c:v>
                </c:pt>
                <c:pt idx="1">
                  <c:v>3</c:v>
                </c:pt>
                <c:pt idx="2">
                  <c:v>7</c:v>
                </c:pt>
                <c:pt idx="3">
                  <c:v>17</c:v>
                </c:pt>
                <c:pt idx="4">
                  <c:v>33</c:v>
                </c:pt>
                <c:pt idx="5">
                  <c:v>48</c:v>
                </c:pt>
                <c:pt idx="6">
                  <c:v>64</c:v>
                </c:pt>
                <c:pt idx="7">
                  <c:v>89</c:v>
                </c:pt>
                <c:pt idx="8">
                  <c:v>92</c:v>
                </c:pt>
                <c:pt idx="9">
                  <c:v>86</c:v>
                </c:pt>
                <c:pt idx="10">
                  <c:v>74</c:v>
                </c:pt>
                <c:pt idx="11">
                  <c:v>61</c:v>
                </c:pt>
                <c:pt idx="12">
                  <c:v>45</c:v>
                </c:pt>
                <c:pt idx="13">
                  <c:v>25</c:v>
                </c:pt>
                <c:pt idx="14">
                  <c:v>23</c:v>
                </c:pt>
                <c:pt idx="15">
                  <c:v>24</c:v>
                </c:pt>
                <c:pt idx="16">
                  <c:v>29</c:v>
                </c:pt>
                <c:pt idx="17">
                  <c:v>36</c:v>
                </c:pt>
                <c:pt idx="18">
                  <c:v>42</c:v>
                </c:pt>
                <c:pt idx="19">
                  <c:v>41</c:v>
                </c:pt>
                <c:pt idx="20">
                  <c:v>42</c:v>
                </c:pt>
                <c:pt idx="21">
                  <c:v>41</c:v>
                </c:pt>
                <c:pt idx="22">
                  <c:v>35</c:v>
                </c:pt>
                <c:pt idx="23">
                  <c:v>28</c:v>
                </c:pt>
                <c:pt idx="24">
                  <c:v>24</c:v>
                </c:pt>
                <c:pt idx="25">
                  <c:v>25</c:v>
                </c:pt>
                <c:pt idx="26">
                  <c:v>27</c:v>
                </c:pt>
                <c:pt idx="27">
                  <c:v>34</c:v>
                </c:pt>
                <c:pt idx="28">
                  <c:v>44</c:v>
                </c:pt>
                <c:pt idx="29">
                  <c:v>54</c:v>
                </c:pt>
                <c:pt idx="30">
                  <c:v>56</c:v>
                </c:pt>
                <c:pt idx="31">
                  <c:v>54</c:v>
                </c:pt>
                <c:pt idx="32">
                  <c:v>48</c:v>
                </c:pt>
                <c:pt idx="33">
                  <c:v>41</c:v>
                </c:pt>
                <c:pt idx="34">
                  <c:v>30</c:v>
                </c:pt>
                <c:pt idx="35">
                  <c:v>24</c:v>
                </c:pt>
                <c:pt idx="36">
                  <c:v>22</c:v>
                </c:pt>
                <c:pt idx="37">
                  <c:v>20</c:v>
                </c:pt>
                <c:pt idx="38">
                  <c:v>24</c:v>
                </c:pt>
                <c:pt idx="39">
                  <c:v>28</c:v>
                </c:pt>
                <c:pt idx="40">
                  <c:v>34</c:v>
                </c:pt>
                <c:pt idx="41">
                  <c:v>37</c:v>
                </c:pt>
                <c:pt idx="42">
                  <c:v>44</c:v>
                </c:pt>
                <c:pt idx="43">
                  <c:v>50</c:v>
                </c:pt>
                <c:pt idx="44">
                  <c:v>52</c:v>
                </c:pt>
                <c:pt idx="45">
                  <c:v>50</c:v>
                </c:pt>
                <c:pt idx="46">
                  <c:v>51</c:v>
                </c:pt>
                <c:pt idx="47">
                  <c:v>47</c:v>
                </c:pt>
                <c:pt idx="48">
                  <c:v>44</c:v>
                </c:pt>
                <c:pt idx="49">
                  <c:v>43</c:v>
                </c:pt>
                <c:pt idx="50">
                  <c:v>36</c:v>
                </c:pt>
                <c:pt idx="51">
                  <c:v>32</c:v>
                </c:pt>
                <c:pt idx="52">
                  <c:v>24</c:v>
                </c:pt>
                <c:pt idx="53">
                  <c:v>21</c:v>
                </c:pt>
                <c:pt idx="54">
                  <c:v>20</c:v>
                </c:pt>
                <c:pt idx="55">
                  <c:v>17</c:v>
                </c:pt>
                <c:pt idx="56">
                  <c:v>21</c:v>
                </c:pt>
                <c:pt idx="57">
                  <c:v>24</c:v>
                </c:pt>
                <c:pt idx="58">
                  <c:v>27</c:v>
                </c:pt>
                <c:pt idx="59">
                  <c:v>26</c:v>
                </c:pt>
                <c:pt idx="60">
                  <c:v>19</c:v>
                </c:pt>
                <c:pt idx="61">
                  <c:v>15</c:v>
                </c:pt>
                <c:pt idx="62">
                  <c:v>10</c:v>
                </c:pt>
                <c:pt idx="63">
                  <c:v>5</c:v>
                </c:pt>
                <c:pt idx="64">
                  <c:v>2</c:v>
                </c:pt>
                <c:pt idx="65">
                  <c:v>4</c:v>
                </c:pt>
                <c:pt idx="66">
                  <c:v>7</c:v>
                </c:pt>
                <c:pt idx="67">
                  <c:v>8</c:v>
                </c:pt>
                <c:pt idx="68">
                  <c:v>9</c:v>
                </c:pt>
                <c:pt idx="69">
                  <c:v>10</c:v>
                </c:pt>
                <c:pt idx="70">
                  <c:v>9</c:v>
                </c:pt>
                <c:pt idx="71">
                  <c:v>6</c:v>
                </c:pt>
                <c:pt idx="72">
                  <c:v>3</c:v>
                </c:pt>
                <c:pt idx="73">
                  <c:v>2</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1-1EE4-4135-B5DC-9511A6E810CC}"/>
            </c:ext>
          </c:extLst>
        </c:ser>
        <c:ser>
          <c:idx val="2"/>
          <c:order val="2"/>
          <c:tx>
            <c:strRef>
              <c:f>'Infected FF'!$D$2</c:f>
              <c:strCache>
                <c:ptCount val="1"/>
                <c:pt idx="0">
                  <c:v>Run 3</c:v>
                </c:pt>
              </c:strCache>
            </c:strRef>
          </c:tx>
          <c:spPr>
            <a:ln w="19050" cap="rnd">
              <a:solidFill>
                <a:schemeClr val="accent3">
                  <a:shade val="65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FF'!$D$3:$D$200</c:f>
              <c:numCache>
                <c:formatCode>General</c:formatCode>
                <c:ptCount val="198"/>
                <c:pt idx="0">
                  <c:v>2</c:v>
                </c:pt>
                <c:pt idx="1">
                  <c:v>6</c:v>
                </c:pt>
                <c:pt idx="2">
                  <c:v>11</c:v>
                </c:pt>
                <c:pt idx="3">
                  <c:v>20</c:v>
                </c:pt>
                <c:pt idx="4">
                  <c:v>27</c:v>
                </c:pt>
                <c:pt idx="5">
                  <c:v>34</c:v>
                </c:pt>
                <c:pt idx="6">
                  <c:v>38</c:v>
                </c:pt>
                <c:pt idx="7">
                  <c:v>46</c:v>
                </c:pt>
                <c:pt idx="8">
                  <c:v>52</c:v>
                </c:pt>
                <c:pt idx="9">
                  <c:v>61</c:v>
                </c:pt>
                <c:pt idx="10">
                  <c:v>71</c:v>
                </c:pt>
                <c:pt idx="11">
                  <c:v>70</c:v>
                </c:pt>
                <c:pt idx="12">
                  <c:v>74</c:v>
                </c:pt>
                <c:pt idx="13">
                  <c:v>70</c:v>
                </c:pt>
                <c:pt idx="14">
                  <c:v>62</c:v>
                </c:pt>
                <c:pt idx="15">
                  <c:v>51</c:v>
                </c:pt>
                <c:pt idx="16">
                  <c:v>46</c:v>
                </c:pt>
                <c:pt idx="17">
                  <c:v>46</c:v>
                </c:pt>
                <c:pt idx="18">
                  <c:v>44</c:v>
                </c:pt>
                <c:pt idx="19">
                  <c:v>42</c:v>
                </c:pt>
                <c:pt idx="20">
                  <c:v>44</c:v>
                </c:pt>
                <c:pt idx="21">
                  <c:v>41</c:v>
                </c:pt>
                <c:pt idx="22">
                  <c:v>33</c:v>
                </c:pt>
                <c:pt idx="23">
                  <c:v>31</c:v>
                </c:pt>
                <c:pt idx="24">
                  <c:v>26</c:v>
                </c:pt>
                <c:pt idx="25">
                  <c:v>25</c:v>
                </c:pt>
                <c:pt idx="26">
                  <c:v>24</c:v>
                </c:pt>
                <c:pt idx="27">
                  <c:v>27</c:v>
                </c:pt>
                <c:pt idx="28">
                  <c:v>28</c:v>
                </c:pt>
                <c:pt idx="29">
                  <c:v>27</c:v>
                </c:pt>
                <c:pt idx="30">
                  <c:v>26</c:v>
                </c:pt>
                <c:pt idx="31">
                  <c:v>23</c:v>
                </c:pt>
                <c:pt idx="32">
                  <c:v>19</c:v>
                </c:pt>
                <c:pt idx="33">
                  <c:v>14</c:v>
                </c:pt>
                <c:pt idx="34">
                  <c:v>9</c:v>
                </c:pt>
                <c:pt idx="35">
                  <c:v>8</c:v>
                </c:pt>
                <c:pt idx="36">
                  <c:v>9</c:v>
                </c:pt>
                <c:pt idx="37">
                  <c:v>8</c:v>
                </c:pt>
                <c:pt idx="38">
                  <c:v>12</c:v>
                </c:pt>
                <c:pt idx="39">
                  <c:v>12</c:v>
                </c:pt>
                <c:pt idx="40">
                  <c:v>16</c:v>
                </c:pt>
                <c:pt idx="41">
                  <c:v>16</c:v>
                </c:pt>
                <c:pt idx="42">
                  <c:v>15</c:v>
                </c:pt>
                <c:pt idx="43">
                  <c:v>14</c:v>
                </c:pt>
                <c:pt idx="44">
                  <c:v>11</c:v>
                </c:pt>
                <c:pt idx="45">
                  <c:v>9</c:v>
                </c:pt>
                <c:pt idx="46">
                  <c:v>5</c:v>
                </c:pt>
                <c:pt idx="47">
                  <c:v>4</c:v>
                </c:pt>
                <c:pt idx="48">
                  <c:v>2</c:v>
                </c:pt>
                <c:pt idx="49">
                  <c:v>2</c:v>
                </c:pt>
                <c:pt idx="50">
                  <c:v>1</c:v>
                </c:pt>
                <c:pt idx="51">
                  <c:v>1</c:v>
                </c:pt>
                <c:pt idx="52">
                  <c:v>1</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2-1EE4-4135-B5DC-9511A6E810CC}"/>
            </c:ext>
          </c:extLst>
        </c:ser>
        <c:ser>
          <c:idx val="3"/>
          <c:order val="3"/>
          <c:tx>
            <c:strRef>
              <c:f>'Infected FF'!$E$2</c:f>
              <c:strCache>
                <c:ptCount val="1"/>
                <c:pt idx="0">
                  <c:v>Run 4</c:v>
                </c:pt>
              </c:strCache>
            </c:strRef>
          </c:tx>
          <c:spPr>
            <a:ln w="19050" cap="rnd">
              <a:solidFill>
                <a:schemeClr val="accent3">
                  <a:shade val="76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FF'!$E$3:$E$200</c:f>
              <c:numCache>
                <c:formatCode>General</c:formatCode>
                <c:ptCount val="198"/>
                <c:pt idx="0">
                  <c:v>2</c:v>
                </c:pt>
                <c:pt idx="1">
                  <c:v>2</c:v>
                </c:pt>
                <c:pt idx="2">
                  <c:v>5</c:v>
                </c:pt>
                <c:pt idx="3">
                  <c:v>13</c:v>
                </c:pt>
                <c:pt idx="4">
                  <c:v>20</c:v>
                </c:pt>
                <c:pt idx="5">
                  <c:v>39</c:v>
                </c:pt>
                <c:pt idx="6">
                  <c:v>52</c:v>
                </c:pt>
                <c:pt idx="7">
                  <c:v>67</c:v>
                </c:pt>
                <c:pt idx="8">
                  <c:v>84</c:v>
                </c:pt>
                <c:pt idx="9">
                  <c:v>90</c:v>
                </c:pt>
                <c:pt idx="10">
                  <c:v>89</c:v>
                </c:pt>
                <c:pt idx="11">
                  <c:v>73</c:v>
                </c:pt>
                <c:pt idx="12">
                  <c:v>60</c:v>
                </c:pt>
                <c:pt idx="13">
                  <c:v>49</c:v>
                </c:pt>
                <c:pt idx="14">
                  <c:v>31</c:v>
                </c:pt>
                <c:pt idx="15">
                  <c:v>20</c:v>
                </c:pt>
                <c:pt idx="16">
                  <c:v>20</c:v>
                </c:pt>
                <c:pt idx="17">
                  <c:v>24</c:v>
                </c:pt>
                <c:pt idx="18">
                  <c:v>31</c:v>
                </c:pt>
                <c:pt idx="19">
                  <c:v>36</c:v>
                </c:pt>
                <c:pt idx="20">
                  <c:v>43</c:v>
                </c:pt>
                <c:pt idx="21">
                  <c:v>46</c:v>
                </c:pt>
                <c:pt idx="22">
                  <c:v>50</c:v>
                </c:pt>
                <c:pt idx="23">
                  <c:v>50</c:v>
                </c:pt>
                <c:pt idx="24">
                  <c:v>52</c:v>
                </c:pt>
                <c:pt idx="25">
                  <c:v>50</c:v>
                </c:pt>
                <c:pt idx="26">
                  <c:v>53</c:v>
                </c:pt>
                <c:pt idx="27">
                  <c:v>59</c:v>
                </c:pt>
                <c:pt idx="28">
                  <c:v>58</c:v>
                </c:pt>
                <c:pt idx="29">
                  <c:v>68</c:v>
                </c:pt>
                <c:pt idx="30">
                  <c:v>67</c:v>
                </c:pt>
                <c:pt idx="31">
                  <c:v>68</c:v>
                </c:pt>
                <c:pt idx="32">
                  <c:v>63</c:v>
                </c:pt>
                <c:pt idx="33">
                  <c:v>56</c:v>
                </c:pt>
                <c:pt idx="34">
                  <c:v>56</c:v>
                </c:pt>
                <c:pt idx="35">
                  <c:v>44</c:v>
                </c:pt>
                <c:pt idx="36">
                  <c:v>38</c:v>
                </c:pt>
                <c:pt idx="37">
                  <c:v>30</c:v>
                </c:pt>
                <c:pt idx="38">
                  <c:v>24</c:v>
                </c:pt>
                <c:pt idx="39">
                  <c:v>19</c:v>
                </c:pt>
                <c:pt idx="40">
                  <c:v>12</c:v>
                </c:pt>
                <c:pt idx="41">
                  <c:v>11</c:v>
                </c:pt>
                <c:pt idx="42">
                  <c:v>10</c:v>
                </c:pt>
                <c:pt idx="43">
                  <c:v>15</c:v>
                </c:pt>
                <c:pt idx="44">
                  <c:v>16</c:v>
                </c:pt>
                <c:pt idx="45">
                  <c:v>22</c:v>
                </c:pt>
                <c:pt idx="46">
                  <c:v>22</c:v>
                </c:pt>
                <c:pt idx="47">
                  <c:v>19</c:v>
                </c:pt>
                <c:pt idx="48">
                  <c:v>16</c:v>
                </c:pt>
                <c:pt idx="49">
                  <c:v>12</c:v>
                </c:pt>
                <c:pt idx="50">
                  <c:v>11</c:v>
                </c:pt>
                <c:pt idx="51">
                  <c:v>5</c:v>
                </c:pt>
                <c:pt idx="52">
                  <c:v>5</c:v>
                </c:pt>
                <c:pt idx="53">
                  <c:v>6</c:v>
                </c:pt>
                <c:pt idx="54">
                  <c:v>8</c:v>
                </c:pt>
                <c:pt idx="55">
                  <c:v>12</c:v>
                </c:pt>
                <c:pt idx="56">
                  <c:v>15</c:v>
                </c:pt>
                <c:pt idx="57">
                  <c:v>20</c:v>
                </c:pt>
                <c:pt idx="58">
                  <c:v>26</c:v>
                </c:pt>
                <c:pt idx="59">
                  <c:v>29</c:v>
                </c:pt>
                <c:pt idx="60">
                  <c:v>32</c:v>
                </c:pt>
                <c:pt idx="61">
                  <c:v>28</c:v>
                </c:pt>
                <c:pt idx="62">
                  <c:v>26</c:v>
                </c:pt>
                <c:pt idx="63">
                  <c:v>21</c:v>
                </c:pt>
                <c:pt idx="64">
                  <c:v>14</c:v>
                </c:pt>
                <c:pt idx="65">
                  <c:v>10</c:v>
                </c:pt>
                <c:pt idx="66">
                  <c:v>5</c:v>
                </c:pt>
                <c:pt idx="67">
                  <c:v>5</c:v>
                </c:pt>
                <c:pt idx="68">
                  <c:v>4</c:v>
                </c:pt>
                <c:pt idx="69">
                  <c:v>5</c:v>
                </c:pt>
                <c:pt idx="70">
                  <c:v>5</c:v>
                </c:pt>
                <c:pt idx="71">
                  <c:v>4</c:v>
                </c:pt>
                <c:pt idx="72">
                  <c:v>4</c:v>
                </c:pt>
                <c:pt idx="73">
                  <c:v>3</c:v>
                </c:pt>
                <c:pt idx="74">
                  <c:v>2</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3-1EE4-4135-B5DC-9511A6E810CC}"/>
            </c:ext>
          </c:extLst>
        </c:ser>
        <c:ser>
          <c:idx val="4"/>
          <c:order val="4"/>
          <c:tx>
            <c:strRef>
              <c:f>'Infected FF'!$F$2</c:f>
              <c:strCache>
                <c:ptCount val="1"/>
                <c:pt idx="0">
                  <c:v>Run 5</c:v>
                </c:pt>
              </c:strCache>
            </c:strRef>
          </c:tx>
          <c:spPr>
            <a:ln w="19050" cap="rnd">
              <a:solidFill>
                <a:schemeClr val="accent3">
                  <a:shade val="88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FF'!$F$3:$F$200</c:f>
              <c:numCache>
                <c:formatCode>General</c:formatCode>
                <c:ptCount val="198"/>
                <c:pt idx="0">
                  <c:v>2</c:v>
                </c:pt>
                <c:pt idx="1">
                  <c:v>4</c:v>
                </c:pt>
                <c:pt idx="2">
                  <c:v>9</c:v>
                </c:pt>
                <c:pt idx="3">
                  <c:v>15</c:v>
                </c:pt>
                <c:pt idx="4">
                  <c:v>23</c:v>
                </c:pt>
                <c:pt idx="5">
                  <c:v>33</c:v>
                </c:pt>
                <c:pt idx="6">
                  <c:v>41</c:v>
                </c:pt>
                <c:pt idx="7">
                  <c:v>48</c:v>
                </c:pt>
                <c:pt idx="8">
                  <c:v>58</c:v>
                </c:pt>
                <c:pt idx="9">
                  <c:v>69</c:v>
                </c:pt>
                <c:pt idx="10">
                  <c:v>95</c:v>
                </c:pt>
                <c:pt idx="11">
                  <c:v>112</c:v>
                </c:pt>
                <c:pt idx="12">
                  <c:v>109</c:v>
                </c:pt>
                <c:pt idx="13">
                  <c:v>108</c:v>
                </c:pt>
                <c:pt idx="14">
                  <c:v>94</c:v>
                </c:pt>
                <c:pt idx="15">
                  <c:v>81</c:v>
                </c:pt>
                <c:pt idx="16">
                  <c:v>49</c:v>
                </c:pt>
                <c:pt idx="17">
                  <c:v>24</c:v>
                </c:pt>
                <c:pt idx="18">
                  <c:v>22</c:v>
                </c:pt>
                <c:pt idx="19">
                  <c:v>23</c:v>
                </c:pt>
                <c:pt idx="20">
                  <c:v>33</c:v>
                </c:pt>
                <c:pt idx="21">
                  <c:v>39</c:v>
                </c:pt>
                <c:pt idx="22">
                  <c:v>42</c:v>
                </c:pt>
                <c:pt idx="23">
                  <c:v>49</c:v>
                </c:pt>
                <c:pt idx="24">
                  <c:v>48</c:v>
                </c:pt>
                <c:pt idx="25">
                  <c:v>52</c:v>
                </c:pt>
                <c:pt idx="26">
                  <c:v>45</c:v>
                </c:pt>
                <c:pt idx="27">
                  <c:v>43</c:v>
                </c:pt>
                <c:pt idx="28">
                  <c:v>41</c:v>
                </c:pt>
                <c:pt idx="29">
                  <c:v>32</c:v>
                </c:pt>
                <c:pt idx="30">
                  <c:v>32</c:v>
                </c:pt>
                <c:pt idx="31">
                  <c:v>20</c:v>
                </c:pt>
                <c:pt idx="32">
                  <c:v>17</c:v>
                </c:pt>
                <c:pt idx="33">
                  <c:v>19</c:v>
                </c:pt>
                <c:pt idx="34">
                  <c:v>20</c:v>
                </c:pt>
                <c:pt idx="35">
                  <c:v>28</c:v>
                </c:pt>
                <c:pt idx="36">
                  <c:v>31</c:v>
                </c:pt>
                <c:pt idx="37">
                  <c:v>39</c:v>
                </c:pt>
                <c:pt idx="38">
                  <c:v>51</c:v>
                </c:pt>
                <c:pt idx="39">
                  <c:v>45</c:v>
                </c:pt>
                <c:pt idx="40">
                  <c:v>53</c:v>
                </c:pt>
                <c:pt idx="41">
                  <c:v>52</c:v>
                </c:pt>
                <c:pt idx="42">
                  <c:v>49</c:v>
                </c:pt>
                <c:pt idx="43">
                  <c:v>44</c:v>
                </c:pt>
                <c:pt idx="44">
                  <c:v>33</c:v>
                </c:pt>
                <c:pt idx="45">
                  <c:v>30</c:v>
                </c:pt>
                <c:pt idx="46">
                  <c:v>21</c:v>
                </c:pt>
                <c:pt idx="47">
                  <c:v>14</c:v>
                </c:pt>
                <c:pt idx="48">
                  <c:v>10</c:v>
                </c:pt>
                <c:pt idx="49">
                  <c:v>6</c:v>
                </c:pt>
                <c:pt idx="50">
                  <c:v>4</c:v>
                </c:pt>
                <c:pt idx="51">
                  <c:v>3</c:v>
                </c:pt>
                <c:pt idx="52">
                  <c:v>4</c:v>
                </c:pt>
                <c:pt idx="53">
                  <c:v>6</c:v>
                </c:pt>
                <c:pt idx="54">
                  <c:v>10</c:v>
                </c:pt>
                <c:pt idx="55">
                  <c:v>15</c:v>
                </c:pt>
                <c:pt idx="56">
                  <c:v>21</c:v>
                </c:pt>
                <c:pt idx="57">
                  <c:v>24</c:v>
                </c:pt>
                <c:pt idx="58">
                  <c:v>24</c:v>
                </c:pt>
                <c:pt idx="59">
                  <c:v>22</c:v>
                </c:pt>
                <c:pt idx="60">
                  <c:v>20</c:v>
                </c:pt>
                <c:pt idx="61">
                  <c:v>15</c:v>
                </c:pt>
                <c:pt idx="62">
                  <c:v>9</c:v>
                </c:pt>
                <c:pt idx="63">
                  <c:v>11</c:v>
                </c:pt>
                <c:pt idx="64">
                  <c:v>9</c:v>
                </c:pt>
                <c:pt idx="65">
                  <c:v>11</c:v>
                </c:pt>
                <c:pt idx="66">
                  <c:v>16</c:v>
                </c:pt>
                <c:pt idx="67">
                  <c:v>17</c:v>
                </c:pt>
                <c:pt idx="68">
                  <c:v>18</c:v>
                </c:pt>
                <c:pt idx="69">
                  <c:v>14</c:v>
                </c:pt>
                <c:pt idx="70">
                  <c:v>12</c:v>
                </c:pt>
                <c:pt idx="71">
                  <c:v>12</c:v>
                </c:pt>
                <c:pt idx="72">
                  <c:v>5</c:v>
                </c:pt>
                <c:pt idx="73">
                  <c:v>6</c:v>
                </c:pt>
                <c:pt idx="74">
                  <c:v>9</c:v>
                </c:pt>
                <c:pt idx="75">
                  <c:v>10</c:v>
                </c:pt>
                <c:pt idx="76">
                  <c:v>14</c:v>
                </c:pt>
                <c:pt idx="77">
                  <c:v>15</c:v>
                </c:pt>
                <c:pt idx="78">
                  <c:v>16</c:v>
                </c:pt>
                <c:pt idx="79">
                  <c:v>16</c:v>
                </c:pt>
                <c:pt idx="80">
                  <c:v>12</c:v>
                </c:pt>
                <c:pt idx="81">
                  <c:v>10</c:v>
                </c:pt>
                <c:pt idx="82">
                  <c:v>6</c:v>
                </c:pt>
                <c:pt idx="83">
                  <c:v>3</c:v>
                </c:pt>
                <c:pt idx="84">
                  <c:v>2</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4-1EE4-4135-B5DC-9511A6E810CC}"/>
            </c:ext>
          </c:extLst>
        </c:ser>
        <c:ser>
          <c:idx val="5"/>
          <c:order val="5"/>
          <c:tx>
            <c:strRef>
              <c:f>'Infected FF'!$G$2</c:f>
              <c:strCache>
                <c:ptCount val="1"/>
                <c:pt idx="0">
                  <c:v>Run 6</c:v>
                </c:pt>
              </c:strCache>
            </c:strRef>
          </c:tx>
          <c:spPr>
            <a:ln w="19050" cap="rnd">
              <a:solidFill>
                <a:schemeClr val="accent3"/>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FF'!$G$3:$G$200</c:f>
              <c:numCache>
                <c:formatCode>General</c:formatCode>
                <c:ptCount val="198"/>
                <c:pt idx="0">
                  <c:v>2</c:v>
                </c:pt>
                <c:pt idx="1">
                  <c:v>2</c:v>
                </c:pt>
                <c:pt idx="2">
                  <c:v>4</c:v>
                </c:pt>
                <c:pt idx="3">
                  <c:v>6</c:v>
                </c:pt>
                <c:pt idx="4">
                  <c:v>9</c:v>
                </c:pt>
                <c:pt idx="5">
                  <c:v>17</c:v>
                </c:pt>
                <c:pt idx="6">
                  <c:v>19</c:v>
                </c:pt>
                <c:pt idx="7">
                  <c:v>29</c:v>
                </c:pt>
                <c:pt idx="8">
                  <c:v>39</c:v>
                </c:pt>
                <c:pt idx="9">
                  <c:v>51</c:v>
                </c:pt>
                <c:pt idx="10">
                  <c:v>68</c:v>
                </c:pt>
                <c:pt idx="11">
                  <c:v>89</c:v>
                </c:pt>
                <c:pt idx="12">
                  <c:v>103</c:v>
                </c:pt>
                <c:pt idx="13">
                  <c:v>102</c:v>
                </c:pt>
                <c:pt idx="14">
                  <c:v>99</c:v>
                </c:pt>
                <c:pt idx="15">
                  <c:v>88</c:v>
                </c:pt>
                <c:pt idx="16">
                  <c:v>71</c:v>
                </c:pt>
                <c:pt idx="17">
                  <c:v>44</c:v>
                </c:pt>
                <c:pt idx="18">
                  <c:v>30</c:v>
                </c:pt>
                <c:pt idx="19">
                  <c:v>22</c:v>
                </c:pt>
                <c:pt idx="20">
                  <c:v>18</c:v>
                </c:pt>
                <c:pt idx="21">
                  <c:v>20</c:v>
                </c:pt>
                <c:pt idx="22">
                  <c:v>22</c:v>
                </c:pt>
                <c:pt idx="23">
                  <c:v>25</c:v>
                </c:pt>
                <c:pt idx="24">
                  <c:v>23</c:v>
                </c:pt>
                <c:pt idx="25">
                  <c:v>26</c:v>
                </c:pt>
                <c:pt idx="26">
                  <c:v>22</c:v>
                </c:pt>
                <c:pt idx="27">
                  <c:v>19</c:v>
                </c:pt>
                <c:pt idx="28">
                  <c:v>15</c:v>
                </c:pt>
                <c:pt idx="29">
                  <c:v>11</c:v>
                </c:pt>
                <c:pt idx="30">
                  <c:v>11</c:v>
                </c:pt>
                <c:pt idx="31">
                  <c:v>8</c:v>
                </c:pt>
                <c:pt idx="32">
                  <c:v>11</c:v>
                </c:pt>
                <c:pt idx="33">
                  <c:v>11</c:v>
                </c:pt>
                <c:pt idx="34">
                  <c:v>12</c:v>
                </c:pt>
                <c:pt idx="35">
                  <c:v>12</c:v>
                </c:pt>
                <c:pt idx="36">
                  <c:v>12</c:v>
                </c:pt>
                <c:pt idx="37">
                  <c:v>13</c:v>
                </c:pt>
                <c:pt idx="38">
                  <c:v>12</c:v>
                </c:pt>
                <c:pt idx="39">
                  <c:v>14</c:v>
                </c:pt>
                <c:pt idx="40">
                  <c:v>14</c:v>
                </c:pt>
                <c:pt idx="41">
                  <c:v>16</c:v>
                </c:pt>
                <c:pt idx="42">
                  <c:v>16</c:v>
                </c:pt>
                <c:pt idx="43">
                  <c:v>18</c:v>
                </c:pt>
                <c:pt idx="44">
                  <c:v>17</c:v>
                </c:pt>
                <c:pt idx="45">
                  <c:v>15</c:v>
                </c:pt>
                <c:pt idx="46">
                  <c:v>14</c:v>
                </c:pt>
                <c:pt idx="47">
                  <c:v>12</c:v>
                </c:pt>
                <c:pt idx="48">
                  <c:v>12</c:v>
                </c:pt>
                <c:pt idx="49">
                  <c:v>13</c:v>
                </c:pt>
                <c:pt idx="50">
                  <c:v>13</c:v>
                </c:pt>
                <c:pt idx="51">
                  <c:v>16</c:v>
                </c:pt>
                <c:pt idx="52">
                  <c:v>20</c:v>
                </c:pt>
                <c:pt idx="53">
                  <c:v>23</c:v>
                </c:pt>
                <c:pt idx="54">
                  <c:v>25</c:v>
                </c:pt>
                <c:pt idx="55">
                  <c:v>22</c:v>
                </c:pt>
                <c:pt idx="56">
                  <c:v>24</c:v>
                </c:pt>
                <c:pt idx="57">
                  <c:v>22</c:v>
                </c:pt>
                <c:pt idx="58">
                  <c:v>18</c:v>
                </c:pt>
                <c:pt idx="59">
                  <c:v>16</c:v>
                </c:pt>
                <c:pt idx="60">
                  <c:v>14</c:v>
                </c:pt>
                <c:pt idx="61">
                  <c:v>16</c:v>
                </c:pt>
                <c:pt idx="62">
                  <c:v>16</c:v>
                </c:pt>
                <c:pt idx="63">
                  <c:v>16</c:v>
                </c:pt>
                <c:pt idx="64">
                  <c:v>17</c:v>
                </c:pt>
                <c:pt idx="65">
                  <c:v>20</c:v>
                </c:pt>
                <c:pt idx="66">
                  <c:v>22</c:v>
                </c:pt>
                <c:pt idx="67">
                  <c:v>23</c:v>
                </c:pt>
                <c:pt idx="68">
                  <c:v>24</c:v>
                </c:pt>
                <c:pt idx="69">
                  <c:v>23</c:v>
                </c:pt>
                <c:pt idx="70">
                  <c:v>21</c:v>
                </c:pt>
                <c:pt idx="71">
                  <c:v>17</c:v>
                </c:pt>
                <c:pt idx="72">
                  <c:v>14</c:v>
                </c:pt>
                <c:pt idx="73">
                  <c:v>13</c:v>
                </c:pt>
                <c:pt idx="74">
                  <c:v>10</c:v>
                </c:pt>
                <c:pt idx="75">
                  <c:v>10</c:v>
                </c:pt>
                <c:pt idx="76">
                  <c:v>11</c:v>
                </c:pt>
                <c:pt idx="77">
                  <c:v>13</c:v>
                </c:pt>
                <c:pt idx="78">
                  <c:v>15</c:v>
                </c:pt>
                <c:pt idx="79">
                  <c:v>12</c:v>
                </c:pt>
                <c:pt idx="80">
                  <c:v>12</c:v>
                </c:pt>
                <c:pt idx="81">
                  <c:v>10</c:v>
                </c:pt>
                <c:pt idx="82">
                  <c:v>9</c:v>
                </c:pt>
                <c:pt idx="83">
                  <c:v>6</c:v>
                </c:pt>
                <c:pt idx="84">
                  <c:v>4</c:v>
                </c:pt>
                <c:pt idx="85">
                  <c:v>4</c:v>
                </c:pt>
                <c:pt idx="86">
                  <c:v>5</c:v>
                </c:pt>
                <c:pt idx="87">
                  <c:v>7</c:v>
                </c:pt>
                <c:pt idx="88">
                  <c:v>10</c:v>
                </c:pt>
                <c:pt idx="89">
                  <c:v>12</c:v>
                </c:pt>
                <c:pt idx="90">
                  <c:v>11</c:v>
                </c:pt>
                <c:pt idx="91">
                  <c:v>10</c:v>
                </c:pt>
                <c:pt idx="92">
                  <c:v>7</c:v>
                </c:pt>
                <c:pt idx="93">
                  <c:v>5</c:v>
                </c:pt>
                <c:pt idx="94">
                  <c:v>3</c:v>
                </c:pt>
                <c:pt idx="95">
                  <c:v>4</c:v>
                </c:pt>
                <c:pt idx="96">
                  <c:v>6</c:v>
                </c:pt>
                <c:pt idx="97">
                  <c:v>9</c:v>
                </c:pt>
                <c:pt idx="98">
                  <c:v>9</c:v>
                </c:pt>
                <c:pt idx="99">
                  <c:v>9</c:v>
                </c:pt>
                <c:pt idx="100">
                  <c:v>8</c:v>
                </c:pt>
                <c:pt idx="101">
                  <c:v>5</c:v>
                </c:pt>
                <c:pt idx="102">
                  <c:v>5</c:v>
                </c:pt>
                <c:pt idx="103">
                  <c:v>3</c:v>
                </c:pt>
                <c:pt idx="104">
                  <c:v>4</c:v>
                </c:pt>
                <c:pt idx="105">
                  <c:v>5</c:v>
                </c:pt>
                <c:pt idx="106">
                  <c:v>6</c:v>
                </c:pt>
                <c:pt idx="107">
                  <c:v>7</c:v>
                </c:pt>
                <c:pt idx="108">
                  <c:v>6</c:v>
                </c:pt>
                <c:pt idx="109">
                  <c:v>9</c:v>
                </c:pt>
                <c:pt idx="110">
                  <c:v>11</c:v>
                </c:pt>
                <c:pt idx="111">
                  <c:v>12</c:v>
                </c:pt>
                <c:pt idx="112">
                  <c:v>15</c:v>
                </c:pt>
                <c:pt idx="113">
                  <c:v>19</c:v>
                </c:pt>
                <c:pt idx="114">
                  <c:v>20</c:v>
                </c:pt>
                <c:pt idx="115">
                  <c:v>20</c:v>
                </c:pt>
                <c:pt idx="116">
                  <c:v>19</c:v>
                </c:pt>
                <c:pt idx="117">
                  <c:v>18</c:v>
                </c:pt>
                <c:pt idx="118">
                  <c:v>14</c:v>
                </c:pt>
                <c:pt idx="119">
                  <c:v>9</c:v>
                </c:pt>
                <c:pt idx="120">
                  <c:v>7</c:v>
                </c:pt>
                <c:pt idx="121">
                  <c:v>3</c:v>
                </c:pt>
                <c:pt idx="122">
                  <c:v>1</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5-1EE4-4135-B5DC-9511A6E810CC}"/>
            </c:ext>
          </c:extLst>
        </c:ser>
        <c:ser>
          <c:idx val="6"/>
          <c:order val="6"/>
          <c:tx>
            <c:strRef>
              <c:f>'Infected FF'!$H$2</c:f>
              <c:strCache>
                <c:ptCount val="1"/>
                <c:pt idx="0">
                  <c:v>Run 7</c:v>
                </c:pt>
              </c:strCache>
            </c:strRef>
          </c:tx>
          <c:spPr>
            <a:ln w="19050" cap="rnd">
              <a:solidFill>
                <a:schemeClr val="accent3">
                  <a:tint val="89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FF'!$H$3:$H$200</c:f>
              <c:numCache>
                <c:formatCode>General</c:formatCode>
                <c:ptCount val="198"/>
                <c:pt idx="0">
                  <c:v>2</c:v>
                </c:pt>
                <c:pt idx="1">
                  <c:v>3</c:v>
                </c:pt>
                <c:pt idx="2">
                  <c:v>5</c:v>
                </c:pt>
                <c:pt idx="3">
                  <c:v>10</c:v>
                </c:pt>
                <c:pt idx="4">
                  <c:v>14</c:v>
                </c:pt>
                <c:pt idx="5">
                  <c:v>16</c:v>
                </c:pt>
                <c:pt idx="6">
                  <c:v>19</c:v>
                </c:pt>
                <c:pt idx="7">
                  <c:v>20</c:v>
                </c:pt>
                <c:pt idx="8">
                  <c:v>25</c:v>
                </c:pt>
                <c:pt idx="9">
                  <c:v>26</c:v>
                </c:pt>
                <c:pt idx="10">
                  <c:v>29</c:v>
                </c:pt>
                <c:pt idx="11">
                  <c:v>31</c:v>
                </c:pt>
                <c:pt idx="12">
                  <c:v>33</c:v>
                </c:pt>
                <c:pt idx="13">
                  <c:v>34</c:v>
                </c:pt>
                <c:pt idx="14">
                  <c:v>33</c:v>
                </c:pt>
                <c:pt idx="15">
                  <c:v>32</c:v>
                </c:pt>
                <c:pt idx="16">
                  <c:v>28</c:v>
                </c:pt>
                <c:pt idx="17">
                  <c:v>28</c:v>
                </c:pt>
                <c:pt idx="18">
                  <c:v>27</c:v>
                </c:pt>
                <c:pt idx="19">
                  <c:v>29</c:v>
                </c:pt>
                <c:pt idx="20">
                  <c:v>31</c:v>
                </c:pt>
                <c:pt idx="21">
                  <c:v>36</c:v>
                </c:pt>
                <c:pt idx="22">
                  <c:v>43</c:v>
                </c:pt>
                <c:pt idx="23">
                  <c:v>46</c:v>
                </c:pt>
                <c:pt idx="24">
                  <c:v>47</c:v>
                </c:pt>
                <c:pt idx="25">
                  <c:v>54</c:v>
                </c:pt>
                <c:pt idx="26">
                  <c:v>64</c:v>
                </c:pt>
                <c:pt idx="27">
                  <c:v>70</c:v>
                </c:pt>
                <c:pt idx="28">
                  <c:v>79</c:v>
                </c:pt>
                <c:pt idx="29">
                  <c:v>85</c:v>
                </c:pt>
                <c:pt idx="30">
                  <c:v>88</c:v>
                </c:pt>
                <c:pt idx="31">
                  <c:v>82</c:v>
                </c:pt>
                <c:pt idx="32">
                  <c:v>71</c:v>
                </c:pt>
                <c:pt idx="33">
                  <c:v>60</c:v>
                </c:pt>
                <c:pt idx="34">
                  <c:v>48</c:v>
                </c:pt>
                <c:pt idx="35">
                  <c:v>42</c:v>
                </c:pt>
                <c:pt idx="36">
                  <c:v>41</c:v>
                </c:pt>
                <c:pt idx="37">
                  <c:v>38</c:v>
                </c:pt>
                <c:pt idx="38">
                  <c:v>39</c:v>
                </c:pt>
                <c:pt idx="39">
                  <c:v>37</c:v>
                </c:pt>
                <c:pt idx="40">
                  <c:v>35</c:v>
                </c:pt>
                <c:pt idx="41">
                  <c:v>33</c:v>
                </c:pt>
                <c:pt idx="42">
                  <c:v>27</c:v>
                </c:pt>
                <c:pt idx="43">
                  <c:v>27</c:v>
                </c:pt>
                <c:pt idx="44">
                  <c:v>21</c:v>
                </c:pt>
                <c:pt idx="45">
                  <c:v>19</c:v>
                </c:pt>
                <c:pt idx="46">
                  <c:v>16</c:v>
                </c:pt>
                <c:pt idx="47">
                  <c:v>14</c:v>
                </c:pt>
                <c:pt idx="48">
                  <c:v>12</c:v>
                </c:pt>
                <c:pt idx="49">
                  <c:v>12</c:v>
                </c:pt>
                <c:pt idx="50">
                  <c:v>10</c:v>
                </c:pt>
                <c:pt idx="51">
                  <c:v>9</c:v>
                </c:pt>
                <c:pt idx="52">
                  <c:v>8</c:v>
                </c:pt>
                <c:pt idx="53">
                  <c:v>5</c:v>
                </c:pt>
                <c:pt idx="54">
                  <c:v>4</c:v>
                </c:pt>
                <c:pt idx="55">
                  <c:v>4</c:v>
                </c:pt>
                <c:pt idx="56">
                  <c:v>5</c:v>
                </c:pt>
                <c:pt idx="57">
                  <c:v>8</c:v>
                </c:pt>
                <c:pt idx="58">
                  <c:v>9</c:v>
                </c:pt>
                <c:pt idx="59">
                  <c:v>11</c:v>
                </c:pt>
                <c:pt idx="60">
                  <c:v>12</c:v>
                </c:pt>
                <c:pt idx="61">
                  <c:v>11</c:v>
                </c:pt>
                <c:pt idx="62">
                  <c:v>11</c:v>
                </c:pt>
                <c:pt idx="63">
                  <c:v>9</c:v>
                </c:pt>
                <c:pt idx="64">
                  <c:v>9</c:v>
                </c:pt>
                <c:pt idx="65">
                  <c:v>9</c:v>
                </c:pt>
                <c:pt idx="66">
                  <c:v>11</c:v>
                </c:pt>
                <c:pt idx="67">
                  <c:v>10</c:v>
                </c:pt>
                <c:pt idx="68">
                  <c:v>9</c:v>
                </c:pt>
                <c:pt idx="69">
                  <c:v>11</c:v>
                </c:pt>
                <c:pt idx="70">
                  <c:v>11</c:v>
                </c:pt>
                <c:pt idx="71">
                  <c:v>11</c:v>
                </c:pt>
                <c:pt idx="72">
                  <c:v>16</c:v>
                </c:pt>
                <c:pt idx="73">
                  <c:v>15</c:v>
                </c:pt>
                <c:pt idx="74">
                  <c:v>17</c:v>
                </c:pt>
                <c:pt idx="75">
                  <c:v>15</c:v>
                </c:pt>
                <c:pt idx="76">
                  <c:v>13</c:v>
                </c:pt>
                <c:pt idx="77">
                  <c:v>12</c:v>
                </c:pt>
                <c:pt idx="78">
                  <c:v>4</c:v>
                </c:pt>
                <c:pt idx="79">
                  <c:v>4</c:v>
                </c:pt>
                <c:pt idx="80">
                  <c:v>4</c:v>
                </c:pt>
                <c:pt idx="81">
                  <c:v>4</c:v>
                </c:pt>
                <c:pt idx="82">
                  <c:v>4</c:v>
                </c:pt>
                <c:pt idx="83">
                  <c:v>4</c:v>
                </c:pt>
                <c:pt idx="84">
                  <c:v>4</c:v>
                </c:pt>
                <c:pt idx="85">
                  <c:v>4</c:v>
                </c:pt>
                <c:pt idx="86">
                  <c:v>2</c:v>
                </c:pt>
                <c:pt idx="87">
                  <c:v>1</c:v>
                </c:pt>
                <c:pt idx="88">
                  <c:v>1</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6-1EE4-4135-B5DC-9511A6E810CC}"/>
            </c:ext>
          </c:extLst>
        </c:ser>
        <c:ser>
          <c:idx val="7"/>
          <c:order val="7"/>
          <c:tx>
            <c:strRef>
              <c:f>'Infected FF'!$I$2</c:f>
              <c:strCache>
                <c:ptCount val="1"/>
                <c:pt idx="0">
                  <c:v>Run 8</c:v>
                </c:pt>
              </c:strCache>
            </c:strRef>
          </c:tx>
          <c:spPr>
            <a:ln w="19050" cap="rnd">
              <a:solidFill>
                <a:schemeClr val="accent3">
                  <a:tint val="77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FF'!$I$3:$I$200</c:f>
              <c:numCache>
                <c:formatCode>General</c:formatCode>
                <c:ptCount val="198"/>
                <c:pt idx="0">
                  <c:v>2</c:v>
                </c:pt>
                <c:pt idx="1">
                  <c:v>5</c:v>
                </c:pt>
                <c:pt idx="2">
                  <c:v>12</c:v>
                </c:pt>
                <c:pt idx="3">
                  <c:v>23</c:v>
                </c:pt>
                <c:pt idx="4">
                  <c:v>31</c:v>
                </c:pt>
                <c:pt idx="5">
                  <c:v>44</c:v>
                </c:pt>
                <c:pt idx="6">
                  <c:v>56</c:v>
                </c:pt>
                <c:pt idx="7">
                  <c:v>67</c:v>
                </c:pt>
                <c:pt idx="8">
                  <c:v>67</c:v>
                </c:pt>
                <c:pt idx="9">
                  <c:v>64</c:v>
                </c:pt>
                <c:pt idx="10">
                  <c:v>61</c:v>
                </c:pt>
                <c:pt idx="11">
                  <c:v>54</c:v>
                </c:pt>
                <c:pt idx="12">
                  <c:v>44</c:v>
                </c:pt>
                <c:pt idx="13">
                  <c:v>35</c:v>
                </c:pt>
                <c:pt idx="14">
                  <c:v>30</c:v>
                </c:pt>
                <c:pt idx="15">
                  <c:v>25</c:v>
                </c:pt>
                <c:pt idx="16">
                  <c:v>25</c:v>
                </c:pt>
                <c:pt idx="17">
                  <c:v>21</c:v>
                </c:pt>
                <c:pt idx="18">
                  <c:v>20</c:v>
                </c:pt>
                <c:pt idx="19">
                  <c:v>22</c:v>
                </c:pt>
                <c:pt idx="20">
                  <c:v>21</c:v>
                </c:pt>
                <c:pt idx="21">
                  <c:v>22</c:v>
                </c:pt>
                <c:pt idx="22">
                  <c:v>21</c:v>
                </c:pt>
                <c:pt idx="23">
                  <c:v>22</c:v>
                </c:pt>
                <c:pt idx="24">
                  <c:v>22</c:v>
                </c:pt>
                <c:pt idx="25">
                  <c:v>15</c:v>
                </c:pt>
                <c:pt idx="26">
                  <c:v>16</c:v>
                </c:pt>
                <c:pt idx="27">
                  <c:v>13</c:v>
                </c:pt>
                <c:pt idx="28">
                  <c:v>9</c:v>
                </c:pt>
                <c:pt idx="29">
                  <c:v>11</c:v>
                </c:pt>
                <c:pt idx="30">
                  <c:v>13</c:v>
                </c:pt>
                <c:pt idx="31">
                  <c:v>19</c:v>
                </c:pt>
                <c:pt idx="32">
                  <c:v>33</c:v>
                </c:pt>
                <c:pt idx="33">
                  <c:v>36</c:v>
                </c:pt>
                <c:pt idx="34">
                  <c:v>44</c:v>
                </c:pt>
                <c:pt idx="35">
                  <c:v>50</c:v>
                </c:pt>
                <c:pt idx="36">
                  <c:v>49</c:v>
                </c:pt>
                <c:pt idx="37">
                  <c:v>48</c:v>
                </c:pt>
                <c:pt idx="38">
                  <c:v>39</c:v>
                </c:pt>
                <c:pt idx="39">
                  <c:v>39</c:v>
                </c:pt>
                <c:pt idx="40">
                  <c:v>41</c:v>
                </c:pt>
                <c:pt idx="41">
                  <c:v>33</c:v>
                </c:pt>
                <c:pt idx="42">
                  <c:v>35</c:v>
                </c:pt>
                <c:pt idx="43">
                  <c:v>38</c:v>
                </c:pt>
                <c:pt idx="44">
                  <c:v>39</c:v>
                </c:pt>
                <c:pt idx="45">
                  <c:v>43</c:v>
                </c:pt>
                <c:pt idx="46">
                  <c:v>42</c:v>
                </c:pt>
                <c:pt idx="47">
                  <c:v>49</c:v>
                </c:pt>
                <c:pt idx="48">
                  <c:v>54</c:v>
                </c:pt>
                <c:pt idx="49">
                  <c:v>56</c:v>
                </c:pt>
                <c:pt idx="50">
                  <c:v>56</c:v>
                </c:pt>
                <c:pt idx="51">
                  <c:v>62</c:v>
                </c:pt>
                <c:pt idx="52">
                  <c:v>63</c:v>
                </c:pt>
                <c:pt idx="53">
                  <c:v>68</c:v>
                </c:pt>
                <c:pt idx="54">
                  <c:v>65</c:v>
                </c:pt>
                <c:pt idx="55">
                  <c:v>62</c:v>
                </c:pt>
                <c:pt idx="56">
                  <c:v>61</c:v>
                </c:pt>
                <c:pt idx="57">
                  <c:v>48</c:v>
                </c:pt>
                <c:pt idx="58">
                  <c:v>42</c:v>
                </c:pt>
                <c:pt idx="59">
                  <c:v>27</c:v>
                </c:pt>
                <c:pt idx="60">
                  <c:v>19</c:v>
                </c:pt>
                <c:pt idx="61">
                  <c:v>12</c:v>
                </c:pt>
                <c:pt idx="62">
                  <c:v>5</c:v>
                </c:pt>
                <c:pt idx="63">
                  <c:v>4</c:v>
                </c:pt>
                <c:pt idx="64">
                  <c:v>2</c:v>
                </c:pt>
                <c:pt idx="65">
                  <c:v>2</c:v>
                </c:pt>
                <c:pt idx="66">
                  <c:v>3</c:v>
                </c:pt>
                <c:pt idx="67">
                  <c:v>5</c:v>
                </c:pt>
                <c:pt idx="68">
                  <c:v>6</c:v>
                </c:pt>
                <c:pt idx="69">
                  <c:v>11</c:v>
                </c:pt>
                <c:pt idx="70">
                  <c:v>11</c:v>
                </c:pt>
                <c:pt idx="71">
                  <c:v>11</c:v>
                </c:pt>
                <c:pt idx="72">
                  <c:v>12</c:v>
                </c:pt>
                <c:pt idx="73">
                  <c:v>10</c:v>
                </c:pt>
                <c:pt idx="74">
                  <c:v>11</c:v>
                </c:pt>
                <c:pt idx="75">
                  <c:v>14</c:v>
                </c:pt>
                <c:pt idx="76">
                  <c:v>15</c:v>
                </c:pt>
                <c:pt idx="77">
                  <c:v>29</c:v>
                </c:pt>
                <c:pt idx="78">
                  <c:v>33</c:v>
                </c:pt>
                <c:pt idx="79">
                  <c:v>34</c:v>
                </c:pt>
                <c:pt idx="80">
                  <c:v>36</c:v>
                </c:pt>
                <c:pt idx="81">
                  <c:v>29</c:v>
                </c:pt>
                <c:pt idx="82">
                  <c:v>27</c:v>
                </c:pt>
                <c:pt idx="83">
                  <c:v>13</c:v>
                </c:pt>
                <c:pt idx="84">
                  <c:v>8</c:v>
                </c:pt>
                <c:pt idx="85">
                  <c:v>8</c:v>
                </c:pt>
                <c:pt idx="86">
                  <c:v>4</c:v>
                </c:pt>
                <c:pt idx="87">
                  <c:v>5</c:v>
                </c:pt>
                <c:pt idx="88">
                  <c:v>5</c:v>
                </c:pt>
                <c:pt idx="89">
                  <c:v>5</c:v>
                </c:pt>
                <c:pt idx="90">
                  <c:v>12</c:v>
                </c:pt>
                <c:pt idx="91">
                  <c:v>12</c:v>
                </c:pt>
                <c:pt idx="92">
                  <c:v>14</c:v>
                </c:pt>
                <c:pt idx="93">
                  <c:v>19</c:v>
                </c:pt>
                <c:pt idx="94">
                  <c:v>22</c:v>
                </c:pt>
                <c:pt idx="95">
                  <c:v>24</c:v>
                </c:pt>
                <c:pt idx="96">
                  <c:v>17</c:v>
                </c:pt>
                <c:pt idx="97">
                  <c:v>20</c:v>
                </c:pt>
                <c:pt idx="98">
                  <c:v>19</c:v>
                </c:pt>
                <c:pt idx="99">
                  <c:v>14</c:v>
                </c:pt>
                <c:pt idx="100">
                  <c:v>11</c:v>
                </c:pt>
                <c:pt idx="101">
                  <c:v>9</c:v>
                </c:pt>
                <c:pt idx="102">
                  <c:v>8</c:v>
                </c:pt>
                <c:pt idx="103">
                  <c:v>4</c:v>
                </c:pt>
                <c:pt idx="104">
                  <c:v>3</c:v>
                </c:pt>
                <c:pt idx="105">
                  <c:v>3</c:v>
                </c:pt>
                <c:pt idx="106">
                  <c:v>3</c:v>
                </c:pt>
                <c:pt idx="107">
                  <c:v>4</c:v>
                </c:pt>
                <c:pt idx="108">
                  <c:v>5</c:v>
                </c:pt>
                <c:pt idx="109">
                  <c:v>6</c:v>
                </c:pt>
                <c:pt idx="110">
                  <c:v>6</c:v>
                </c:pt>
                <c:pt idx="111">
                  <c:v>4</c:v>
                </c:pt>
                <c:pt idx="112">
                  <c:v>3</c:v>
                </c:pt>
                <c:pt idx="113">
                  <c:v>2</c:v>
                </c:pt>
                <c:pt idx="114">
                  <c:v>1</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7-1EE4-4135-B5DC-9511A6E810CC}"/>
            </c:ext>
          </c:extLst>
        </c:ser>
        <c:ser>
          <c:idx val="8"/>
          <c:order val="8"/>
          <c:tx>
            <c:strRef>
              <c:f>'Infected FF'!$J$2</c:f>
              <c:strCache>
                <c:ptCount val="1"/>
                <c:pt idx="0">
                  <c:v>Run 9</c:v>
                </c:pt>
              </c:strCache>
            </c:strRef>
          </c:tx>
          <c:spPr>
            <a:ln w="19050" cap="rnd">
              <a:solidFill>
                <a:schemeClr val="accent3">
                  <a:tint val="65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FF'!$J$3:$J$200</c:f>
              <c:numCache>
                <c:formatCode>General</c:formatCode>
                <c:ptCount val="198"/>
                <c:pt idx="0">
                  <c:v>2</c:v>
                </c:pt>
                <c:pt idx="1">
                  <c:v>5</c:v>
                </c:pt>
                <c:pt idx="2">
                  <c:v>7</c:v>
                </c:pt>
                <c:pt idx="3">
                  <c:v>12</c:v>
                </c:pt>
                <c:pt idx="4">
                  <c:v>13</c:v>
                </c:pt>
                <c:pt idx="5">
                  <c:v>17</c:v>
                </c:pt>
                <c:pt idx="6">
                  <c:v>18</c:v>
                </c:pt>
                <c:pt idx="7">
                  <c:v>18</c:v>
                </c:pt>
                <c:pt idx="8">
                  <c:v>19</c:v>
                </c:pt>
                <c:pt idx="9">
                  <c:v>16</c:v>
                </c:pt>
                <c:pt idx="10">
                  <c:v>21</c:v>
                </c:pt>
                <c:pt idx="11">
                  <c:v>22</c:v>
                </c:pt>
                <c:pt idx="12">
                  <c:v>34</c:v>
                </c:pt>
                <c:pt idx="13">
                  <c:v>44</c:v>
                </c:pt>
                <c:pt idx="14">
                  <c:v>65</c:v>
                </c:pt>
                <c:pt idx="15">
                  <c:v>75</c:v>
                </c:pt>
                <c:pt idx="16">
                  <c:v>73</c:v>
                </c:pt>
                <c:pt idx="17">
                  <c:v>74</c:v>
                </c:pt>
                <c:pt idx="18">
                  <c:v>59</c:v>
                </c:pt>
                <c:pt idx="19">
                  <c:v>48</c:v>
                </c:pt>
                <c:pt idx="20">
                  <c:v>26</c:v>
                </c:pt>
                <c:pt idx="21">
                  <c:v>14</c:v>
                </c:pt>
                <c:pt idx="22">
                  <c:v>19</c:v>
                </c:pt>
                <c:pt idx="23">
                  <c:v>19</c:v>
                </c:pt>
                <c:pt idx="24">
                  <c:v>28</c:v>
                </c:pt>
                <c:pt idx="25">
                  <c:v>47</c:v>
                </c:pt>
                <c:pt idx="26">
                  <c:v>54</c:v>
                </c:pt>
                <c:pt idx="27">
                  <c:v>69</c:v>
                </c:pt>
                <c:pt idx="28">
                  <c:v>75</c:v>
                </c:pt>
                <c:pt idx="29">
                  <c:v>74</c:v>
                </c:pt>
                <c:pt idx="30">
                  <c:v>71</c:v>
                </c:pt>
                <c:pt idx="31">
                  <c:v>52</c:v>
                </c:pt>
                <c:pt idx="32">
                  <c:v>43</c:v>
                </c:pt>
                <c:pt idx="33">
                  <c:v>28</c:v>
                </c:pt>
                <c:pt idx="34">
                  <c:v>13</c:v>
                </c:pt>
                <c:pt idx="35">
                  <c:v>8</c:v>
                </c:pt>
                <c:pt idx="36">
                  <c:v>4</c:v>
                </c:pt>
                <c:pt idx="37">
                  <c:v>3</c:v>
                </c:pt>
                <c:pt idx="38">
                  <c:v>3</c:v>
                </c:pt>
                <c:pt idx="39">
                  <c:v>3</c:v>
                </c:pt>
                <c:pt idx="40">
                  <c:v>3</c:v>
                </c:pt>
                <c:pt idx="41">
                  <c:v>3</c:v>
                </c:pt>
                <c:pt idx="42">
                  <c:v>5</c:v>
                </c:pt>
                <c:pt idx="43">
                  <c:v>11</c:v>
                </c:pt>
                <c:pt idx="44">
                  <c:v>19</c:v>
                </c:pt>
                <c:pt idx="45">
                  <c:v>36</c:v>
                </c:pt>
                <c:pt idx="46">
                  <c:v>49</c:v>
                </c:pt>
                <c:pt idx="47">
                  <c:v>66</c:v>
                </c:pt>
                <c:pt idx="48">
                  <c:v>74</c:v>
                </c:pt>
                <c:pt idx="49">
                  <c:v>70</c:v>
                </c:pt>
                <c:pt idx="50">
                  <c:v>68</c:v>
                </c:pt>
                <c:pt idx="51">
                  <c:v>54</c:v>
                </c:pt>
                <c:pt idx="52">
                  <c:v>43</c:v>
                </c:pt>
                <c:pt idx="53">
                  <c:v>29</c:v>
                </c:pt>
                <c:pt idx="54">
                  <c:v>18</c:v>
                </c:pt>
                <c:pt idx="55">
                  <c:v>17</c:v>
                </c:pt>
                <c:pt idx="56">
                  <c:v>12</c:v>
                </c:pt>
                <c:pt idx="57">
                  <c:v>10</c:v>
                </c:pt>
                <c:pt idx="58">
                  <c:v>12</c:v>
                </c:pt>
                <c:pt idx="59">
                  <c:v>11</c:v>
                </c:pt>
                <c:pt idx="60">
                  <c:v>12</c:v>
                </c:pt>
                <c:pt idx="61">
                  <c:v>11</c:v>
                </c:pt>
                <c:pt idx="62">
                  <c:v>12</c:v>
                </c:pt>
                <c:pt idx="63">
                  <c:v>12</c:v>
                </c:pt>
                <c:pt idx="64">
                  <c:v>8</c:v>
                </c:pt>
                <c:pt idx="65">
                  <c:v>6</c:v>
                </c:pt>
                <c:pt idx="66">
                  <c:v>4</c:v>
                </c:pt>
                <c:pt idx="67">
                  <c:v>3</c:v>
                </c:pt>
                <c:pt idx="68">
                  <c:v>4</c:v>
                </c:pt>
                <c:pt idx="69">
                  <c:v>3</c:v>
                </c:pt>
                <c:pt idx="70">
                  <c:v>3</c:v>
                </c:pt>
                <c:pt idx="71">
                  <c:v>4</c:v>
                </c:pt>
                <c:pt idx="72">
                  <c:v>4</c:v>
                </c:pt>
                <c:pt idx="73">
                  <c:v>4</c:v>
                </c:pt>
                <c:pt idx="74">
                  <c:v>2</c:v>
                </c:pt>
                <c:pt idx="75">
                  <c:v>2</c:v>
                </c:pt>
                <c:pt idx="76">
                  <c:v>3</c:v>
                </c:pt>
                <c:pt idx="77">
                  <c:v>2</c:v>
                </c:pt>
                <c:pt idx="78">
                  <c:v>2</c:v>
                </c:pt>
                <c:pt idx="79">
                  <c:v>3</c:v>
                </c:pt>
                <c:pt idx="80">
                  <c:v>3</c:v>
                </c:pt>
                <c:pt idx="81">
                  <c:v>4</c:v>
                </c:pt>
                <c:pt idx="82">
                  <c:v>6</c:v>
                </c:pt>
                <c:pt idx="83">
                  <c:v>9</c:v>
                </c:pt>
                <c:pt idx="84">
                  <c:v>10</c:v>
                </c:pt>
                <c:pt idx="85">
                  <c:v>10</c:v>
                </c:pt>
                <c:pt idx="86">
                  <c:v>9</c:v>
                </c:pt>
                <c:pt idx="87">
                  <c:v>9</c:v>
                </c:pt>
                <c:pt idx="88">
                  <c:v>7</c:v>
                </c:pt>
                <c:pt idx="89">
                  <c:v>4</c:v>
                </c:pt>
                <c:pt idx="90">
                  <c:v>4</c:v>
                </c:pt>
                <c:pt idx="91">
                  <c:v>4</c:v>
                </c:pt>
                <c:pt idx="92">
                  <c:v>6</c:v>
                </c:pt>
                <c:pt idx="93">
                  <c:v>6</c:v>
                </c:pt>
                <c:pt idx="94">
                  <c:v>6</c:v>
                </c:pt>
                <c:pt idx="95">
                  <c:v>6</c:v>
                </c:pt>
                <c:pt idx="96">
                  <c:v>5</c:v>
                </c:pt>
                <c:pt idx="97">
                  <c:v>4</c:v>
                </c:pt>
                <c:pt idx="98">
                  <c:v>2</c:v>
                </c:pt>
                <c:pt idx="99">
                  <c:v>3</c:v>
                </c:pt>
                <c:pt idx="100">
                  <c:v>3</c:v>
                </c:pt>
                <c:pt idx="101">
                  <c:v>3</c:v>
                </c:pt>
                <c:pt idx="102">
                  <c:v>3</c:v>
                </c:pt>
                <c:pt idx="103">
                  <c:v>3</c:v>
                </c:pt>
                <c:pt idx="104">
                  <c:v>3</c:v>
                </c:pt>
                <c:pt idx="105">
                  <c:v>3</c:v>
                </c:pt>
                <c:pt idx="106">
                  <c:v>3</c:v>
                </c:pt>
                <c:pt idx="107">
                  <c:v>3</c:v>
                </c:pt>
                <c:pt idx="108">
                  <c:v>6</c:v>
                </c:pt>
                <c:pt idx="109">
                  <c:v>7</c:v>
                </c:pt>
                <c:pt idx="110">
                  <c:v>7</c:v>
                </c:pt>
                <c:pt idx="111">
                  <c:v>7</c:v>
                </c:pt>
                <c:pt idx="112">
                  <c:v>8</c:v>
                </c:pt>
                <c:pt idx="113">
                  <c:v>9</c:v>
                </c:pt>
                <c:pt idx="114">
                  <c:v>15</c:v>
                </c:pt>
                <c:pt idx="115">
                  <c:v>16</c:v>
                </c:pt>
                <c:pt idx="116">
                  <c:v>18</c:v>
                </c:pt>
                <c:pt idx="117">
                  <c:v>18</c:v>
                </c:pt>
                <c:pt idx="118">
                  <c:v>17</c:v>
                </c:pt>
                <c:pt idx="119">
                  <c:v>19</c:v>
                </c:pt>
                <c:pt idx="120">
                  <c:v>12</c:v>
                </c:pt>
                <c:pt idx="121">
                  <c:v>14</c:v>
                </c:pt>
                <c:pt idx="122">
                  <c:v>15</c:v>
                </c:pt>
                <c:pt idx="123">
                  <c:v>18</c:v>
                </c:pt>
                <c:pt idx="124">
                  <c:v>20</c:v>
                </c:pt>
                <c:pt idx="125">
                  <c:v>18</c:v>
                </c:pt>
                <c:pt idx="126">
                  <c:v>16</c:v>
                </c:pt>
                <c:pt idx="127">
                  <c:v>12</c:v>
                </c:pt>
                <c:pt idx="128">
                  <c:v>9</c:v>
                </c:pt>
                <c:pt idx="129">
                  <c:v>4</c:v>
                </c:pt>
                <c:pt idx="130">
                  <c:v>1</c:v>
                </c:pt>
                <c:pt idx="131">
                  <c:v>2</c:v>
                </c:pt>
                <c:pt idx="132">
                  <c:v>3</c:v>
                </c:pt>
                <c:pt idx="133">
                  <c:v>5</c:v>
                </c:pt>
                <c:pt idx="134">
                  <c:v>8</c:v>
                </c:pt>
                <c:pt idx="135">
                  <c:v>8</c:v>
                </c:pt>
                <c:pt idx="136">
                  <c:v>8</c:v>
                </c:pt>
                <c:pt idx="137">
                  <c:v>6</c:v>
                </c:pt>
                <c:pt idx="138">
                  <c:v>5</c:v>
                </c:pt>
                <c:pt idx="139">
                  <c:v>3</c:v>
                </c:pt>
                <c:pt idx="140">
                  <c:v>2</c:v>
                </c:pt>
                <c:pt idx="141">
                  <c:v>3</c:v>
                </c:pt>
                <c:pt idx="142">
                  <c:v>6</c:v>
                </c:pt>
                <c:pt idx="143">
                  <c:v>11</c:v>
                </c:pt>
                <c:pt idx="144">
                  <c:v>15</c:v>
                </c:pt>
                <c:pt idx="145">
                  <c:v>19</c:v>
                </c:pt>
                <c:pt idx="146">
                  <c:v>22</c:v>
                </c:pt>
                <c:pt idx="147">
                  <c:v>24</c:v>
                </c:pt>
                <c:pt idx="148">
                  <c:v>25</c:v>
                </c:pt>
                <c:pt idx="149">
                  <c:v>20</c:v>
                </c:pt>
                <c:pt idx="150">
                  <c:v>18</c:v>
                </c:pt>
                <c:pt idx="151">
                  <c:v>14</c:v>
                </c:pt>
                <c:pt idx="152">
                  <c:v>10</c:v>
                </c:pt>
                <c:pt idx="153">
                  <c:v>8</c:v>
                </c:pt>
                <c:pt idx="154">
                  <c:v>5</c:v>
                </c:pt>
                <c:pt idx="155">
                  <c:v>5</c:v>
                </c:pt>
                <c:pt idx="156">
                  <c:v>3</c:v>
                </c:pt>
                <c:pt idx="157">
                  <c:v>3</c:v>
                </c:pt>
                <c:pt idx="158">
                  <c:v>2</c:v>
                </c:pt>
                <c:pt idx="159">
                  <c:v>1</c:v>
                </c:pt>
                <c:pt idx="160">
                  <c:v>1</c:v>
                </c:pt>
                <c:pt idx="161">
                  <c:v>1</c:v>
                </c:pt>
                <c:pt idx="162">
                  <c:v>3</c:v>
                </c:pt>
                <c:pt idx="163">
                  <c:v>6</c:v>
                </c:pt>
                <c:pt idx="164">
                  <c:v>9</c:v>
                </c:pt>
                <c:pt idx="165">
                  <c:v>15</c:v>
                </c:pt>
                <c:pt idx="166">
                  <c:v>20</c:v>
                </c:pt>
                <c:pt idx="167">
                  <c:v>24</c:v>
                </c:pt>
                <c:pt idx="168">
                  <c:v>28</c:v>
                </c:pt>
                <c:pt idx="169">
                  <c:v>27</c:v>
                </c:pt>
                <c:pt idx="170">
                  <c:v>24</c:v>
                </c:pt>
                <c:pt idx="171">
                  <c:v>18</c:v>
                </c:pt>
                <c:pt idx="172">
                  <c:v>12</c:v>
                </c:pt>
                <c:pt idx="173">
                  <c:v>8</c:v>
                </c:pt>
                <c:pt idx="174">
                  <c:v>3</c:v>
                </c:pt>
                <c:pt idx="175">
                  <c:v>2</c:v>
                </c:pt>
                <c:pt idx="176">
                  <c:v>3</c:v>
                </c:pt>
                <c:pt idx="177">
                  <c:v>5</c:v>
                </c:pt>
                <c:pt idx="178">
                  <c:v>5</c:v>
                </c:pt>
                <c:pt idx="179">
                  <c:v>6</c:v>
                </c:pt>
                <c:pt idx="180">
                  <c:v>6</c:v>
                </c:pt>
                <c:pt idx="181">
                  <c:v>5</c:v>
                </c:pt>
                <c:pt idx="182">
                  <c:v>6</c:v>
                </c:pt>
                <c:pt idx="183">
                  <c:v>5</c:v>
                </c:pt>
                <c:pt idx="184">
                  <c:v>6</c:v>
                </c:pt>
                <c:pt idx="185">
                  <c:v>6</c:v>
                </c:pt>
                <c:pt idx="186">
                  <c:v>7</c:v>
                </c:pt>
                <c:pt idx="187">
                  <c:v>9</c:v>
                </c:pt>
                <c:pt idx="188">
                  <c:v>8</c:v>
                </c:pt>
                <c:pt idx="189">
                  <c:v>8</c:v>
                </c:pt>
                <c:pt idx="190">
                  <c:v>8</c:v>
                </c:pt>
                <c:pt idx="191">
                  <c:v>8</c:v>
                </c:pt>
                <c:pt idx="192">
                  <c:v>6</c:v>
                </c:pt>
                <c:pt idx="193">
                  <c:v>4</c:v>
                </c:pt>
                <c:pt idx="194">
                  <c:v>3</c:v>
                </c:pt>
                <c:pt idx="195">
                  <c:v>2</c:v>
                </c:pt>
                <c:pt idx="196">
                  <c:v>1</c:v>
                </c:pt>
                <c:pt idx="197">
                  <c:v>0</c:v>
                </c:pt>
              </c:numCache>
            </c:numRef>
          </c:yVal>
          <c:smooth val="0"/>
          <c:extLst>
            <c:ext xmlns:c16="http://schemas.microsoft.com/office/drawing/2014/chart" uri="{C3380CC4-5D6E-409C-BE32-E72D297353CC}">
              <c16:uniqueId val="{00000008-1EE4-4135-B5DC-9511A6E810CC}"/>
            </c:ext>
          </c:extLst>
        </c:ser>
        <c:ser>
          <c:idx val="9"/>
          <c:order val="9"/>
          <c:tx>
            <c:strRef>
              <c:f>'Infected FF'!$K$2</c:f>
              <c:strCache>
                <c:ptCount val="1"/>
                <c:pt idx="0">
                  <c:v>Run 10</c:v>
                </c:pt>
              </c:strCache>
            </c:strRef>
          </c:tx>
          <c:spPr>
            <a:ln w="19050" cap="rnd">
              <a:solidFill>
                <a:schemeClr val="accent3">
                  <a:tint val="54000"/>
                </a:schemeClr>
              </a:solidFill>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FF'!$K$3:$K$200</c:f>
              <c:numCache>
                <c:formatCode>General</c:formatCode>
                <c:ptCount val="198"/>
                <c:pt idx="0">
                  <c:v>2</c:v>
                </c:pt>
                <c:pt idx="1">
                  <c:v>7</c:v>
                </c:pt>
                <c:pt idx="2">
                  <c:v>10</c:v>
                </c:pt>
                <c:pt idx="3">
                  <c:v>15</c:v>
                </c:pt>
                <c:pt idx="4">
                  <c:v>20</c:v>
                </c:pt>
                <c:pt idx="5">
                  <c:v>22</c:v>
                </c:pt>
                <c:pt idx="6">
                  <c:v>24</c:v>
                </c:pt>
                <c:pt idx="7">
                  <c:v>21</c:v>
                </c:pt>
                <c:pt idx="8">
                  <c:v>22</c:v>
                </c:pt>
                <c:pt idx="9">
                  <c:v>21</c:v>
                </c:pt>
                <c:pt idx="10">
                  <c:v>21</c:v>
                </c:pt>
                <c:pt idx="11">
                  <c:v>26</c:v>
                </c:pt>
                <c:pt idx="12">
                  <c:v>27</c:v>
                </c:pt>
                <c:pt idx="13">
                  <c:v>35</c:v>
                </c:pt>
                <c:pt idx="14">
                  <c:v>34</c:v>
                </c:pt>
                <c:pt idx="15">
                  <c:v>38</c:v>
                </c:pt>
                <c:pt idx="16">
                  <c:v>41</c:v>
                </c:pt>
                <c:pt idx="17">
                  <c:v>51</c:v>
                </c:pt>
                <c:pt idx="18">
                  <c:v>63</c:v>
                </c:pt>
                <c:pt idx="19">
                  <c:v>66</c:v>
                </c:pt>
                <c:pt idx="20">
                  <c:v>73</c:v>
                </c:pt>
                <c:pt idx="21">
                  <c:v>72</c:v>
                </c:pt>
                <c:pt idx="22">
                  <c:v>71</c:v>
                </c:pt>
                <c:pt idx="23">
                  <c:v>59</c:v>
                </c:pt>
                <c:pt idx="24">
                  <c:v>53</c:v>
                </c:pt>
                <c:pt idx="25">
                  <c:v>47</c:v>
                </c:pt>
                <c:pt idx="26">
                  <c:v>49</c:v>
                </c:pt>
                <c:pt idx="27">
                  <c:v>47</c:v>
                </c:pt>
                <c:pt idx="28">
                  <c:v>48</c:v>
                </c:pt>
                <c:pt idx="29">
                  <c:v>51</c:v>
                </c:pt>
                <c:pt idx="30">
                  <c:v>43</c:v>
                </c:pt>
                <c:pt idx="31">
                  <c:v>38</c:v>
                </c:pt>
                <c:pt idx="32">
                  <c:v>33</c:v>
                </c:pt>
                <c:pt idx="33">
                  <c:v>31</c:v>
                </c:pt>
                <c:pt idx="34">
                  <c:v>30</c:v>
                </c:pt>
                <c:pt idx="35">
                  <c:v>30</c:v>
                </c:pt>
                <c:pt idx="36">
                  <c:v>32</c:v>
                </c:pt>
                <c:pt idx="37">
                  <c:v>36</c:v>
                </c:pt>
                <c:pt idx="38">
                  <c:v>35</c:v>
                </c:pt>
                <c:pt idx="39">
                  <c:v>38</c:v>
                </c:pt>
                <c:pt idx="40">
                  <c:v>32</c:v>
                </c:pt>
                <c:pt idx="41">
                  <c:v>28</c:v>
                </c:pt>
                <c:pt idx="42">
                  <c:v>24</c:v>
                </c:pt>
                <c:pt idx="43">
                  <c:v>20</c:v>
                </c:pt>
                <c:pt idx="44">
                  <c:v>16</c:v>
                </c:pt>
                <c:pt idx="45">
                  <c:v>11</c:v>
                </c:pt>
                <c:pt idx="46">
                  <c:v>11</c:v>
                </c:pt>
                <c:pt idx="47">
                  <c:v>8</c:v>
                </c:pt>
                <c:pt idx="48">
                  <c:v>7</c:v>
                </c:pt>
                <c:pt idx="49">
                  <c:v>5</c:v>
                </c:pt>
                <c:pt idx="50">
                  <c:v>3</c:v>
                </c:pt>
                <c:pt idx="51">
                  <c:v>2</c:v>
                </c:pt>
                <c:pt idx="52">
                  <c:v>3</c:v>
                </c:pt>
                <c:pt idx="53">
                  <c:v>2</c:v>
                </c:pt>
                <c:pt idx="54">
                  <c:v>4</c:v>
                </c:pt>
                <c:pt idx="55">
                  <c:v>7</c:v>
                </c:pt>
                <c:pt idx="56">
                  <c:v>8</c:v>
                </c:pt>
                <c:pt idx="57">
                  <c:v>15</c:v>
                </c:pt>
                <c:pt idx="58">
                  <c:v>17</c:v>
                </c:pt>
                <c:pt idx="59">
                  <c:v>22</c:v>
                </c:pt>
                <c:pt idx="60">
                  <c:v>24</c:v>
                </c:pt>
                <c:pt idx="61">
                  <c:v>26</c:v>
                </c:pt>
                <c:pt idx="62">
                  <c:v>29</c:v>
                </c:pt>
                <c:pt idx="63">
                  <c:v>26</c:v>
                </c:pt>
                <c:pt idx="64">
                  <c:v>25</c:v>
                </c:pt>
                <c:pt idx="65">
                  <c:v>22</c:v>
                </c:pt>
                <c:pt idx="66">
                  <c:v>20</c:v>
                </c:pt>
                <c:pt idx="67">
                  <c:v>18</c:v>
                </c:pt>
                <c:pt idx="68">
                  <c:v>14</c:v>
                </c:pt>
                <c:pt idx="69">
                  <c:v>12</c:v>
                </c:pt>
                <c:pt idx="70">
                  <c:v>9</c:v>
                </c:pt>
                <c:pt idx="71">
                  <c:v>8</c:v>
                </c:pt>
                <c:pt idx="72">
                  <c:v>8</c:v>
                </c:pt>
                <c:pt idx="73">
                  <c:v>6</c:v>
                </c:pt>
                <c:pt idx="74">
                  <c:v>6</c:v>
                </c:pt>
                <c:pt idx="75">
                  <c:v>6</c:v>
                </c:pt>
                <c:pt idx="76">
                  <c:v>7</c:v>
                </c:pt>
                <c:pt idx="77">
                  <c:v>8</c:v>
                </c:pt>
                <c:pt idx="78">
                  <c:v>10</c:v>
                </c:pt>
                <c:pt idx="79">
                  <c:v>9</c:v>
                </c:pt>
                <c:pt idx="80">
                  <c:v>11</c:v>
                </c:pt>
                <c:pt idx="81">
                  <c:v>10</c:v>
                </c:pt>
                <c:pt idx="82">
                  <c:v>10</c:v>
                </c:pt>
                <c:pt idx="83">
                  <c:v>9</c:v>
                </c:pt>
                <c:pt idx="84">
                  <c:v>6</c:v>
                </c:pt>
                <c:pt idx="85">
                  <c:v>7</c:v>
                </c:pt>
                <c:pt idx="86">
                  <c:v>5</c:v>
                </c:pt>
                <c:pt idx="87">
                  <c:v>4</c:v>
                </c:pt>
                <c:pt idx="88">
                  <c:v>3</c:v>
                </c:pt>
                <c:pt idx="89">
                  <c:v>2</c:v>
                </c:pt>
                <c:pt idx="90">
                  <c:v>2</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numCache>
            </c:numRef>
          </c:yVal>
          <c:smooth val="0"/>
          <c:extLst>
            <c:ext xmlns:c16="http://schemas.microsoft.com/office/drawing/2014/chart" uri="{C3380CC4-5D6E-409C-BE32-E72D297353CC}">
              <c16:uniqueId val="{00000009-1EE4-4135-B5DC-9511A6E810CC}"/>
            </c:ext>
          </c:extLst>
        </c:ser>
        <c:ser>
          <c:idx val="10"/>
          <c:order val="10"/>
          <c:tx>
            <c:strRef>
              <c:f>'Infected FF'!$L$2</c:f>
              <c:strCache>
                <c:ptCount val="1"/>
                <c:pt idx="0">
                  <c:v>Average</c:v>
                </c:pt>
              </c:strCache>
            </c:strRef>
          </c:tx>
          <c:spPr>
            <a:ln w="28575" cap="rnd">
              <a:solidFill>
                <a:srgbClr val="C00000"/>
              </a:solidFill>
              <a:prstDash val="lgDash"/>
              <a:round/>
            </a:ln>
            <a:effectLst/>
          </c:spPr>
          <c:marker>
            <c:symbol val="none"/>
          </c:marker>
          <c:xVal>
            <c:numRef>
              <c:f>'Infected FF'!$A$3:$A$200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'Infected FF'!$L$3:$L$200</c:f>
              <c:numCache>
                <c:formatCode>General</c:formatCode>
                <c:ptCount val="198"/>
                <c:pt idx="0">
                  <c:v>2</c:v>
                </c:pt>
                <c:pt idx="1">
                  <c:v>4.2</c:v>
                </c:pt>
                <c:pt idx="2">
                  <c:v>8.4</c:v>
                </c:pt>
                <c:pt idx="3">
                  <c:v>15.3</c:v>
                </c:pt>
                <c:pt idx="4">
                  <c:v>22.5</c:v>
                </c:pt>
                <c:pt idx="5">
                  <c:v>32</c:v>
                </c:pt>
                <c:pt idx="6">
                  <c:v>39.9</c:v>
                </c:pt>
                <c:pt idx="7">
                  <c:v>48.6</c:v>
                </c:pt>
                <c:pt idx="8">
                  <c:v>54.3</c:v>
                </c:pt>
                <c:pt idx="9">
                  <c:v>56.6</c:v>
                </c:pt>
                <c:pt idx="10">
                  <c:v>60.3</c:v>
                </c:pt>
                <c:pt idx="11">
                  <c:v>60.1</c:v>
                </c:pt>
                <c:pt idx="12">
                  <c:v>57.8</c:v>
                </c:pt>
                <c:pt idx="13">
                  <c:v>54.2</c:v>
                </c:pt>
                <c:pt idx="14">
                  <c:v>50.6</c:v>
                </c:pt>
                <c:pt idx="15">
                  <c:v>47.3</c:v>
                </c:pt>
                <c:pt idx="16">
                  <c:v>42.6</c:v>
                </c:pt>
                <c:pt idx="17">
                  <c:v>40</c:v>
                </c:pt>
                <c:pt idx="18">
                  <c:v>39.1</c:v>
                </c:pt>
                <c:pt idx="19">
                  <c:v>39</c:v>
                </c:pt>
                <c:pt idx="20">
                  <c:v>39.9</c:v>
                </c:pt>
                <c:pt idx="21">
                  <c:v>39.799999999999997</c:v>
                </c:pt>
                <c:pt idx="22">
                  <c:v>39.9</c:v>
                </c:pt>
                <c:pt idx="23">
                  <c:v>38.1</c:v>
                </c:pt>
                <c:pt idx="24">
                  <c:v>36.799999999999997</c:v>
                </c:pt>
                <c:pt idx="25">
                  <c:v>37.299999999999997</c:v>
                </c:pt>
                <c:pt idx="26">
                  <c:v>37.1</c:v>
                </c:pt>
                <c:pt idx="27">
                  <c:v>39.1</c:v>
                </c:pt>
                <c:pt idx="28">
                  <c:v>40.6</c:v>
                </c:pt>
                <c:pt idx="29">
                  <c:v>42.7</c:v>
                </c:pt>
                <c:pt idx="30">
                  <c:v>42.8</c:v>
                </c:pt>
                <c:pt idx="31">
                  <c:v>38.6</c:v>
                </c:pt>
                <c:pt idx="32">
                  <c:v>36.200000000000003</c:v>
                </c:pt>
                <c:pt idx="33">
                  <c:v>32.299999999999997</c:v>
                </c:pt>
                <c:pt idx="34">
                  <c:v>28.6</c:v>
                </c:pt>
                <c:pt idx="35">
                  <c:v>26.6</c:v>
                </c:pt>
                <c:pt idx="36">
                  <c:v>25.5</c:v>
                </c:pt>
                <c:pt idx="37">
                  <c:v>25</c:v>
                </c:pt>
                <c:pt idx="38">
                  <c:v>25.5</c:v>
                </c:pt>
                <c:pt idx="39">
                  <c:v>25</c:v>
                </c:pt>
                <c:pt idx="40">
                  <c:v>25.7</c:v>
                </c:pt>
                <c:pt idx="41">
                  <c:v>24.6</c:v>
                </c:pt>
                <c:pt idx="42">
                  <c:v>23.9</c:v>
                </c:pt>
                <c:pt idx="43">
                  <c:v>25</c:v>
                </c:pt>
                <c:pt idx="44">
                  <c:v>23.4</c:v>
                </c:pt>
                <c:pt idx="45">
                  <c:v>24.2</c:v>
                </c:pt>
                <c:pt idx="46">
                  <c:v>23.5</c:v>
                </c:pt>
                <c:pt idx="47">
                  <c:v>23.7</c:v>
                </c:pt>
                <c:pt idx="48">
                  <c:v>24</c:v>
                </c:pt>
                <c:pt idx="49">
                  <c:v>23.4</c:v>
                </c:pt>
                <c:pt idx="50">
                  <c:v>22.2</c:v>
                </c:pt>
                <c:pt idx="51">
                  <c:v>21</c:v>
                </c:pt>
                <c:pt idx="52">
                  <c:v>20.100000000000001</c:v>
                </c:pt>
                <c:pt idx="53">
                  <c:v>19.5</c:v>
                </c:pt>
                <c:pt idx="54">
                  <c:v>18.399999999999999</c:v>
                </c:pt>
                <c:pt idx="55">
                  <c:v>18.399999999999999</c:v>
                </c:pt>
                <c:pt idx="56">
                  <c:v>19</c:v>
                </c:pt>
                <c:pt idx="57">
                  <c:v>19</c:v>
                </c:pt>
                <c:pt idx="58">
                  <c:v>19.100000000000001</c:v>
                </c:pt>
                <c:pt idx="59">
                  <c:v>17.399999999999999</c:v>
                </c:pt>
                <c:pt idx="60">
                  <c:v>16.7</c:v>
                </c:pt>
                <c:pt idx="61">
                  <c:v>14.7</c:v>
                </c:pt>
                <c:pt idx="62">
                  <c:v>13.3</c:v>
                </c:pt>
                <c:pt idx="63">
                  <c:v>11.9</c:v>
                </c:pt>
                <c:pt idx="64">
                  <c:v>10.199999999999999</c:v>
                </c:pt>
                <c:pt idx="65">
                  <c:v>10.4</c:v>
                </c:pt>
                <c:pt idx="66">
                  <c:v>10.6</c:v>
                </c:pt>
                <c:pt idx="67">
                  <c:v>10.6</c:v>
                </c:pt>
                <c:pt idx="68">
                  <c:v>10.5</c:v>
                </c:pt>
                <c:pt idx="69">
                  <c:v>10.5</c:v>
                </c:pt>
                <c:pt idx="70">
                  <c:v>9.4</c:v>
                </c:pt>
                <c:pt idx="71">
                  <c:v>8.1</c:v>
                </c:pt>
                <c:pt idx="72">
                  <c:v>7</c:v>
                </c:pt>
                <c:pt idx="73">
                  <c:v>6.2</c:v>
                </c:pt>
                <c:pt idx="74">
                  <c:v>5.9</c:v>
                </c:pt>
                <c:pt idx="75">
                  <c:v>5.8</c:v>
                </c:pt>
                <c:pt idx="76">
                  <c:v>6.3</c:v>
                </c:pt>
                <c:pt idx="77">
                  <c:v>7.9</c:v>
                </c:pt>
                <c:pt idx="78">
                  <c:v>8</c:v>
                </c:pt>
                <c:pt idx="79">
                  <c:v>7.8</c:v>
                </c:pt>
                <c:pt idx="80">
                  <c:v>7.8</c:v>
                </c:pt>
                <c:pt idx="81">
                  <c:v>6.7</c:v>
                </c:pt>
                <c:pt idx="82">
                  <c:v>6.2</c:v>
                </c:pt>
                <c:pt idx="83">
                  <c:v>4.4000000000000004</c:v>
                </c:pt>
                <c:pt idx="84">
                  <c:v>3.4</c:v>
                </c:pt>
                <c:pt idx="85">
                  <c:v>3.3</c:v>
                </c:pt>
                <c:pt idx="86">
                  <c:v>2.5</c:v>
                </c:pt>
                <c:pt idx="87">
                  <c:v>2.6</c:v>
                </c:pt>
                <c:pt idx="88">
                  <c:v>2.6</c:v>
                </c:pt>
                <c:pt idx="89">
                  <c:v>2.2999999999999998</c:v>
                </c:pt>
                <c:pt idx="90">
                  <c:v>2.9</c:v>
                </c:pt>
                <c:pt idx="91">
                  <c:v>2.7</c:v>
                </c:pt>
                <c:pt idx="92">
                  <c:v>2.8</c:v>
                </c:pt>
                <c:pt idx="93">
                  <c:v>3.1</c:v>
                </c:pt>
                <c:pt idx="94">
                  <c:v>3.2</c:v>
                </c:pt>
                <c:pt idx="95">
                  <c:v>3.5</c:v>
                </c:pt>
                <c:pt idx="96">
                  <c:v>2.8</c:v>
                </c:pt>
                <c:pt idx="97">
                  <c:v>3.3</c:v>
                </c:pt>
                <c:pt idx="98">
                  <c:v>3</c:v>
                </c:pt>
                <c:pt idx="99">
                  <c:v>2.6</c:v>
                </c:pt>
                <c:pt idx="100">
                  <c:v>2.2000000000000002</c:v>
                </c:pt>
                <c:pt idx="101">
                  <c:v>1.7</c:v>
                </c:pt>
                <c:pt idx="102">
                  <c:v>1.6</c:v>
                </c:pt>
                <c:pt idx="103">
                  <c:v>1</c:v>
                </c:pt>
                <c:pt idx="104">
                  <c:v>1</c:v>
                </c:pt>
                <c:pt idx="105">
                  <c:v>1.1000000000000001</c:v>
                </c:pt>
                <c:pt idx="106">
                  <c:v>1.2</c:v>
                </c:pt>
                <c:pt idx="107">
                  <c:v>1.4</c:v>
                </c:pt>
                <c:pt idx="108">
                  <c:v>1.7</c:v>
                </c:pt>
                <c:pt idx="109">
                  <c:v>2.2000000000000002</c:v>
                </c:pt>
                <c:pt idx="110">
                  <c:v>2.4</c:v>
                </c:pt>
                <c:pt idx="111">
                  <c:v>2.2999999999999998</c:v>
                </c:pt>
                <c:pt idx="112">
                  <c:v>2.6</c:v>
                </c:pt>
                <c:pt idx="113">
                  <c:v>3</c:v>
                </c:pt>
                <c:pt idx="114">
                  <c:v>3.6</c:v>
                </c:pt>
                <c:pt idx="115">
                  <c:v>3.6</c:v>
                </c:pt>
                <c:pt idx="116">
                  <c:v>3.7</c:v>
                </c:pt>
                <c:pt idx="117">
                  <c:v>3.6</c:v>
                </c:pt>
                <c:pt idx="118">
                  <c:v>3.1</c:v>
                </c:pt>
                <c:pt idx="119">
                  <c:v>2.8</c:v>
                </c:pt>
                <c:pt idx="120">
                  <c:v>1.9</c:v>
                </c:pt>
                <c:pt idx="121">
                  <c:v>1.7</c:v>
                </c:pt>
                <c:pt idx="122">
                  <c:v>1.6</c:v>
                </c:pt>
                <c:pt idx="123">
                  <c:v>1.8</c:v>
                </c:pt>
                <c:pt idx="124">
                  <c:v>2</c:v>
                </c:pt>
                <c:pt idx="125">
                  <c:v>1.8</c:v>
                </c:pt>
                <c:pt idx="126">
                  <c:v>1.6</c:v>
                </c:pt>
                <c:pt idx="127">
                  <c:v>1.2</c:v>
                </c:pt>
                <c:pt idx="128">
                  <c:v>0.9</c:v>
                </c:pt>
                <c:pt idx="129">
                  <c:v>0.4</c:v>
                </c:pt>
                <c:pt idx="130">
                  <c:v>0.1</c:v>
                </c:pt>
                <c:pt idx="131">
                  <c:v>0.2</c:v>
                </c:pt>
                <c:pt idx="132">
                  <c:v>0.3</c:v>
                </c:pt>
                <c:pt idx="133">
                  <c:v>0.5</c:v>
                </c:pt>
                <c:pt idx="134">
                  <c:v>0.8</c:v>
                </c:pt>
                <c:pt idx="135">
                  <c:v>0.8</c:v>
                </c:pt>
                <c:pt idx="136">
                  <c:v>0.8</c:v>
                </c:pt>
                <c:pt idx="137">
                  <c:v>0.6</c:v>
                </c:pt>
                <c:pt idx="138">
                  <c:v>0.5</c:v>
                </c:pt>
                <c:pt idx="139">
                  <c:v>0.3</c:v>
                </c:pt>
                <c:pt idx="140">
                  <c:v>0.2</c:v>
                </c:pt>
                <c:pt idx="141">
                  <c:v>0.3</c:v>
                </c:pt>
                <c:pt idx="142">
                  <c:v>0.6</c:v>
                </c:pt>
                <c:pt idx="143">
                  <c:v>1.1000000000000001</c:v>
                </c:pt>
                <c:pt idx="144">
                  <c:v>1.5</c:v>
                </c:pt>
                <c:pt idx="145">
                  <c:v>1.9</c:v>
                </c:pt>
                <c:pt idx="146">
                  <c:v>2.2000000000000002</c:v>
                </c:pt>
                <c:pt idx="147">
                  <c:v>2.4</c:v>
                </c:pt>
                <c:pt idx="148">
                  <c:v>2.5</c:v>
                </c:pt>
                <c:pt idx="149">
                  <c:v>2</c:v>
                </c:pt>
                <c:pt idx="150">
                  <c:v>1.8</c:v>
                </c:pt>
                <c:pt idx="151">
                  <c:v>1.4</c:v>
                </c:pt>
                <c:pt idx="152">
                  <c:v>1</c:v>
                </c:pt>
                <c:pt idx="153">
                  <c:v>0.8</c:v>
                </c:pt>
                <c:pt idx="154">
                  <c:v>0.5</c:v>
                </c:pt>
                <c:pt idx="155">
                  <c:v>0.5</c:v>
                </c:pt>
                <c:pt idx="156">
                  <c:v>0.3</c:v>
                </c:pt>
                <c:pt idx="157">
                  <c:v>0.3</c:v>
                </c:pt>
                <c:pt idx="158">
                  <c:v>0.2</c:v>
                </c:pt>
                <c:pt idx="159">
                  <c:v>0.1</c:v>
                </c:pt>
                <c:pt idx="160">
                  <c:v>0.1</c:v>
                </c:pt>
                <c:pt idx="161">
                  <c:v>0.1</c:v>
                </c:pt>
                <c:pt idx="162">
                  <c:v>0.3</c:v>
                </c:pt>
                <c:pt idx="163">
                  <c:v>0.6</c:v>
                </c:pt>
                <c:pt idx="164">
                  <c:v>0.9</c:v>
                </c:pt>
                <c:pt idx="165">
                  <c:v>1.5</c:v>
                </c:pt>
                <c:pt idx="166">
                  <c:v>2</c:v>
                </c:pt>
                <c:pt idx="167">
                  <c:v>2.4</c:v>
                </c:pt>
                <c:pt idx="168">
                  <c:v>2.8</c:v>
                </c:pt>
                <c:pt idx="169">
                  <c:v>2.7</c:v>
                </c:pt>
                <c:pt idx="170">
                  <c:v>2.4</c:v>
                </c:pt>
                <c:pt idx="171">
                  <c:v>1.8</c:v>
                </c:pt>
                <c:pt idx="172">
                  <c:v>1.2</c:v>
                </c:pt>
                <c:pt idx="173">
                  <c:v>0.8</c:v>
                </c:pt>
                <c:pt idx="174">
                  <c:v>0.3</c:v>
                </c:pt>
                <c:pt idx="175">
                  <c:v>0.2</c:v>
                </c:pt>
                <c:pt idx="176">
                  <c:v>0.3</c:v>
                </c:pt>
                <c:pt idx="177">
                  <c:v>0.5</c:v>
                </c:pt>
                <c:pt idx="178">
                  <c:v>0.5</c:v>
                </c:pt>
                <c:pt idx="179">
                  <c:v>0.6</c:v>
                </c:pt>
                <c:pt idx="180">
                  <c:v>0.6</c:v>
                </c:pt>
                <c:pt idx="181">
                  <c:v>0.5</c:v>
                </c:pt>
                <c:pt idx="182">
                  <c:v>0.6</c:v>
                </c:pt>
                <c:pt idx="183">
                  <c:v>0.5</c:v>
                </c:pt>
                <c:pt idx="184">
                  <c:v>0.6</c:v>
                </c:pt>
                <c:pt idx="185">
                  <c:v>0.6</c:v>
                </c:pt>
                <c:pt idx="186">
                  <c:v>0.7</c:v>
                </c:pt>
                <c:pt idx="187">
                  <c:v>0.9</c:v>
                </c:pt>
                <c:pt idx="188">
                  <c:v>0.8</c:v>
                </c:pt>
                <c:pt idx="189">
                  <c:v>0.8</c:v>
                </c:pt>
                <c:pt idx="190">
                  <c:v>0.8</c:v>
                </c:pt>
                <c:pt idx="191">
                  <c:v>0.8</c:v>
                </c:pt>
                <c:pt idx="192">
                  <c:v>0.6</c:v>
                </c:pt>
                <c:pt idx="193">
                  <c:v>0.4</c:v>
                </c:pt>
                <c:pt idx="194">
                  <c:v>0.3</c:v>
                </c:pt>
                <c:pt idx="195">
                  <c:v>0.2</c:v>
                </c:pt>
                <c:pt idx="196">
                  <c:v>0.1</c:v>
                </c:pt>
                <c:pt idx="197">
                  <c:v>0</c:v>
                </c:pt>
              </c:numCache>
            </c:numRef>
          </c:yVal>
          <c:smooth val="0"/>
          <c:extLst>
            <c:ext xmlns:c16="http://schemas.microsoft.com/office/drawing/2014/chart" uri="{C3380CC4-5D6E-409C-BE32-E72D297353CC}">
              <c16:uniqueId val="{0000000A-1EE4-4135-B5DC-9511A6E810CC}"/>
            </c:ext>
          </c:extLst>
        </c:ser>
        <c:dLbls>
          <c:showLegendKey val="0"/>
          <c:showVal val="0"/>
          <c:showCatName val="0"/>
          <c:showSerName val="0"/>
          <c:showPercent val="0"/>
          <c:showBubbleSize val="0"/>
        </c:dLbls>
        <c:axId val="1077390784"/>
        <c:axId val="1318262624"/>
      </c:scatterChart>
      <c:valAx>
        <c:axId val="1077390784"/>
        <c:scaling>
          <c:orientation val="minMax"/>
          <c:max val="200"/>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8262624"/>
        <c:crosses val="autoZero"/>
        <c:crossBetween val="midCat"/>
      </c:valAx>
      <c:valAx>
        <c:axId val="1318262624"/>
        <c:scaling>
          <c:orientation val="minMax"/>
          <c:max val="150"/>
          <c:min val="0"/>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Infected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7390784"/>
        <c:crosses val="autoZero"/>
        <c:crossBetween val="midCat"/>
        <c:majorUnit val="50"/>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 Out FF'!$O$2</c:f>
              <c:strCache>
                <c:ptCount val="1"/>
                <c:pt idx="0">
                  <c:v>Run 1</c:v>
                </c:pt>
              </c:strCache>
            </c:strRef>
          </c:tx>
          <c:spPr>
            <a:ln w="19050" cap="rnd">
              <a:solidFill>
                <a:schemeClr val="accent3">
                  <a:shade val="41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FF'!$O$3:$O$200</c:f>
              <c:numCache>
                <c:formatCode>General</c:formatCode>
                <c:ptCount val="198"/>
                <c:pt idx="0">
                  <c:v>1</c:v>
                </c:pt>
                <c:pt idx="1">
                  <c:v>0.998</c:v>
                </c:pt>
                <c:pt idx="2">
                  <c:v>0.997</c:v>
                </c:pt>
                <c:pt idx="3">
                  <c:v>0.999</c:v>
                </c:pt>
                <c:pt idx="4">
                  <c:v>0.78200000000000003</c:v>
                </c:pt>
                <c:pt idx="5">
                  <c:v>0.77100000000000002</c:v>
                </c:pt>
                <c:pt idx="6">
                  <c:v>0.71</c:v>
                </c:pt>
                <c:pt idx="7">
                  <c:v>0.65800000000000003</c:v>
                </c:pt>
                <c:pt idx="8">
                  <c:v>0.45300000000000001</c:v>
                </c:pt>
                <c:pt idx="9">
                  <c:v>0.34599999999999997</c:v>
                </c:pt>
                <c:pt idx="10">
                  <c:v>0.51100000000000001</c:v>
                </c:pt>
                <c:pt idx="11">
                  <c:v>0.44700000000000001</c:v>
                </c:pt>
                <c:pt idx="12">
                  <c:v>0.439</c:v>
                </c:pt>
                <c:pt idx="13">
                  <c:v>0.53500000000000003</c:v>
                </c:pt>
                <c:pt idx="14">
                  <c:v>0.54700000000000004</c:v>
                </c:pt>
                <c:pt idx="15">
                  <c:v>0.76600000000000001</c:v>
                </c:pt>
                <c:pt idx="16">
                  <c:v>0.71799999999999997</c:v>
                </c:pt>
                <c:pt idx="17">
                  <c:v>0.73799999999999999</c:v>
                </c:pt>
                <c:pt idx="18">
                  <c:v>0.66500000000000004</c:v>
                </c:pt>
                <c:pt idx="19">
                  <c:v>0.71299999999999997</c:v>
                </c:pt>
                <c:pt idx="20">
                  <c:v>0.84799999999999998</c:v>
                </c:pt>
                <c:pt idx="21">
                  <c:v>0.55800000000000005</c:v>
                </c:pt>
                <c:pt idx="22">
                  <c:v>0.71899999999999997</c:v>
                </c:pt>
                <c:pt idx="23">
                  <c:v>0.35699999999999998</c:v>
                </c:pt>
                <c:pt idx="24">
                  <c:v>0.35899999999999999</c:v>
                </c:pt>
                <c:pt idx="25">
                  <c:v>0.65600000000000003</c:v>
                </c:pt>
                <c:pt idx="26">
                  <c:v>0.7</c:v>
                </c:pt>
                <c:pt idx="27">
                  <c:v>0.79400000000000004</c:v>
                </c:pt>
                <c:pt idx="28">
                  <c:v>0.995</c:v>
                </c:pt>
                <c:pt idx="29">
                  <c:v>0.78200000000000003</c:v>
                </c:pt>
                <c:pt idx="30">
                  <c:v>0.998</c:v>
                </c:pt>
                <c:pt idx="31">
                  <c:v>0.8</c:v>
                </c:pt>
                <c:pt idx="32">
                  <c:v>0.55900000000000005</c:v>
                </c:pt>
                <c:pt idx="33">
                  <c:v>0.72299999999999998</c:v>
                </c:pt>
                <c:pt idx="34">
                  <c:v>0.746</c:v>
                </c:pt>
                <c:pt idx="35">
                  <c:v>0.76300000000000001</c:v>
                </c:pt>
                <c:pt idx="36">
                  <c:v>0.78700000000000003</c:v>
                </c:pt>
                <c:pt idx="37">
                  <c:v>0.78800000000000003</c:v>
                </c:pt>
                <c:pt idx="38">
                  <c:v>0.78</c:v>
                </c:pt>
                <c:pt idx="39">
                  <c:v>0.77700000000000002</c:v>
                </c:pt>
                <c:pt idx="40">
                  <c:v>0.78700000000000003</c:v>
                </c:pt>
                <c:pt idx="41">
                  <c:v>0.80400000000000005</c:v>
                </c:pt>
                <c:pt idx="42">
                  <c:v>0.76300000000000001</c:v>
                </c:pt>
                <c:pt idx="43">
                  <c:v>0.76700000000000002</c:v>
                </c:pt>
                <c:pt idx="44">
                  <c:v>0.77800000000000002</c:v>
                </c:pt>
                <c:pt idx="45">
                  <c:v>0.78</c:v>
                </c:pt>
                <c:pt idx="46">
                  <c:v>0.80100000000000005</c:v>
                </c:pt>
                <c:pt idx="47">
                  <c:v>0.998</c:v>
                </c:pt>
                <c:pt idx="48">
                  <c:v>0.999</c:v>
                </c:pt>
                <c:pt idx="49">
                  <c:v>0.999</c:v>
                </c:pt>
                <c:pt idx="50">
                  <c:v>0.80500000000000005</c:v>
                </c:pt>
                <c:pt idx="51">
                  <c:v>0.77100000000000002</c:v>
                </c:pt>
                <c:pt idx="52">
                  <c:v>0.72</c:v>
                </c:pt>
                <c:pt idx="53">
                  <c:v>0.71199999999999997</c:v>
                </c:pt>
                <c:pt idx="54">
                  <c:v>0.54900000000000004</c:v>
                </c:pt>
                <c:pt idx="55">
                  <c:v>0.71799999999999997</c:v>
                </c:pt>
                <c:pt idx="56">
                  <c:v>0.54600000000000004</c:v>
                </c:pt>
                <c:pt idx="57">
                  <c:v>0.746</c:v>
                </c:pt>
                <c:pt idx="58">
                  <c:v>0.79</c:v>
                </c:pt>
                <c:pt idx="59">
                  <c:v>0.77700000000000002</c:v>
                </c:pt>
                <c:pt idx="60">
                  <c:v>0.995</c:v>
                </c:pt>
                <c:pt idx="61">
                  <c:v>0.77800000000000002</c:v>
                </c:pt>
                <c:pt idx="62">
                  <c:v>0.78500000000000003</c:v>
                </c:pt>
                <c:pt idx="63">
                  <c:v>0.80300000000000005</c:v>
                </c:pt>
                <c:pt idx="64">
                  <c:v>0.71599999999999997</c:v>
                </c:pt>
                <c:pt idx="65">
                  <c:v>0.76700000000000002</c:v>
                </c:pt>
                <c:pt idx="66">
                  <c:v>0.78600000000000003</c:v>
                </c:pt>
                <c:pt idx="67">
                  <c:v>0.77700000000000002</c:v>
                </c:pt>
                <c:pt idx="68">
                  <c:v>0.75700000000000001</c:v>
                </c:pt>
                <c:pt idx="69">
                  <c:v>0.56699999999999995</c:v>
                </c:pt>
                <c:pt idx="70">
                  <c:v>0.78900000000000003</c:v>
                </c:pt>
                <c:pt idx="71">
                  <c:v>0.80300000000000005</c:v>
                </c:pt>
                <c:pt idx="72">
                  <c:v>0.77900000000000003</c:v>
                </c:pt>
                <c:pt idx="73">
                  <c:v>0.81200000000000006</c:v>
                </c:pt>
                <c:pt idx="74">
                  <c:v>0.995</c:v>
                </c:pt>
                <c:pt idx="75">
                  <c:v>0.999</c:v>
                </c:pt>
                <c:pt idx="76">
                  <c:v>0.999</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0-A4D2-4BB9-8437-15A4216471CF}"/>
            </c:ext>
          </c:extLst>
        </c:ser>
        <c:ser>
          <c:idx val="1"/>
          <c:order val="1"/>
          <c:tx>
            <c:strRef>
              <c:f>'# Out FF'!$P$2</c:f>
              <c:strCache>
                <c:ptCount val="1"/>
                <c:pt idx="0">
                  <c:v>Run 2</c:v>
                </c:pt>
              </c:strCache>
            </c:strRef>
          </c:tx>
          <c:spPr>
            <a:ln w="19050" cap="rnd">
              <a:solidFill>
                <a:schemeClr val="accent3">
                  <a:shade val="53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FF'!$P$3:$P$200</c:f>
              <c:numCache>
                <c:formatCode>General</c:formatCode>
                <c:ptCount val="198"/>
                <c:pt idx="0">
                  <c:v>1</c:v>
                </c:pt>
                <c:pt idx="1">
                  <c:v>0.996</c:v>
                </c:pt>
                <c:pt idx="2">
                  <c:v>0.996</c:v>
                </c:pt>
                <c:pt idx="3">
                  <c:v>0.998</c:v>
                </c:pt>
                <c:pt idx="4">
                  <c:v>0.79600000000000004</c:v>
                </c:pt>
                <c:pt idx="5">
                  <c:v>0.80700000000000005</c:v>
                </c:pt>
                <c:pt idx="6">
                  <c:v>0.79500000000000004</c:v>
                </c:pt>
                <c:pt idx="7">
                  <c:v>0.84199999999999997</c:v>
                </c:pt>
                <c:pt idx="8">
                  <c:v>0.45800000000000002</c:v>
                </c:pt>
                <c:pt idx="9">
                  <c:v>0.38200000000000001</c:v>
                </c:pt>
                <c:pt idx="10">
                  <c:v>0.53</c:v>
                </c:pt>
                <c:pt idx="11">
                  <c:v>0.28399999999999997</c:v>
                </c:pt>
                <c:pt idx="12">
                  <c:v>0.74099999999999999</c:v>
                </c:pt>
                <c:pt idx="13">
                  <c:v>0.77600000000000002</c:v>
                </c:pt>
                <c:pt idx="14">
                  <c:v>0.79800000000000004</c:v>
                </c:pt>
                <c:pt idx="15">
                  <c:v>0.78300000000000003</c:v>
                </c:pt>
                <c:pt idx="16">
                  <c:v>0.79700000000000004</c:v>
                </c:pt>
                <c:pt idx="17">
                  <c:v>0.75800000000000001</c:v>
                </c:pt>
                <c:pt idx="18">
                  <c:v>0.56799999999999995</c:v>
                </c:pt>
                <c:pt idx="19">
                  <c:v>0.56999999999999995</c:v>
                </c:pt>
                <c:pt idx="20">
                  <c:v>0.70899999999999996</c:v>
                </c:pt>
                <c:pt idx="21">
                  <c:v>0.70599999999999996</c:v>
                </c:pt>
                <c:pt idx="22">
                  <c:v>0.70499999999999996</c:v>
                </c:pt>
                <c:pt idx="23">
                  <c:v>0.56499999999999995</c:v>
                </c:pt>
                <c:pt idx="24">
                  <c:v>0.74099999999999999</c:v>
                </c:pt>
                <c:pt idx="25">
                  <c:v>0.80700000000000005</c:v>
                </c:pt>
                <c:pt idx="26">
                  <c:v>0.77400000000000002</c:v>
                </c:pt>
                <c:pt idx="27">
                  <c:v>0.78600000000000003</c:v>
                </c:pt>
                <c:pt idx="28">
                  <c:v>0.80100000000000005</c:v>
                </c:pt>
                <c:pt idx="29">
                  <c:v>0.73799999999999999</c:v>
                </c:pt>
                <c:pt idx="30">
                  <c:v>0.69099999999999995</c:v>
                </c:pt>
                <c:pt idx="31">
                  <c:v>0.66100000000000003</c:v>
                </c:pt>
                <c:pt idx="32">
                  <c:v>0.46400000000000002</c:v>
                </c:pt>
                <c:pt idx="33">
                  <c:v>0.55500000000000005</c:v>
                </c:pt>
                <c:pt idx="34">
                  <c:v>0.72499999999999998</c:v>
                </c:pt>
                <c:pt idx="35">
                  <c:v>0.78800000000000003</c:v>
                </c:pt>
                <c:pt idx="36">
                  <c:v>0.78600000000000003</c:v>
                </c:pt>
                <c:pt idx="37">
                  <c:v>0.80500000000000005</c:v>
                </c:pt>
                <c:pt idx="38">
                  <c:v>0.77700000000000002</c:v>
                </c:pt>
                <c:pt idx="39">
                  <c:v>0.749</c:v>
                </c:pt>
                <c:pt idx="40">
                  <c:v>0.80400000000000005</c:v>
                </c:pt>
                <c:pt idx="41">
                  <c:v>0.78600000000000003</c:v>
                </c:pt>
                <c:pt idx="42">
                  <c:v>0.73799999999999999</c:v>
                </c:pt>
                <c:pt idx="43">
                  <c:v>0.70599999999999996</c:v>
                </c:pt>
                <c:pt idx="44">
                  <c:v>0.69299999999999995</c:v>
                </c:pt>
                <c:pt idx="45">
                  <c:v>0.70499999999999996</c:v>
                </c:pt>
                <c:pt idx="46">
                  <c:v>0.67100000000000004</c:v>
                </c:pt>
                <c:pt idx="47">
                  <c:v>0.69699999999999995</c:v>
                </c:pt>
                <c:pt idx="48">
                  <c:v>0.69499999999999995</c:v>
                </c:pt>
                <c:pt idx="49">
                  <c:v>0.73799999999999999</c:v>
                </c:pt>
                <c:pt idx="50">
                  <c:v>0.71</c:v>
                </c:pt>
                <c:pt idx="51">
                  <c:v>0.57599999999999996</c:v>
                </c:pt>
                <c:pt idx="52">
                  <c:v>0.69299999999999995</c:v>
                </c:pt>
                <c:pt idx="53">
                  <c:v>0.77700000000000002</c:v>
                </c:pt>
                <c:pt idx="54">
                  <c:v>0.80200000000000005</c:v>
                </c:pt>
                <c:pt idx="55">
                  <c:v>0.79300000000000004</c:v>
                </c:pt>
                <c:pt idx="56">
                  <c:v>0.80800000000000005</c:v>
                </c:pt>
                <c:pt idx="57">
                  <c:v>0.79200000000000004</c:v>
                </c:pt>
                <c:pt idx="58">
                  <c:v>0.78</c:v>
                </c:pt>
                <c:pt idx="59">
                  <c:v>0.80500000000000005</c:v>
                </c:pt>
                <c:pt idx="60">
                  <c:v>0.57399999999999995</c:v>
                </c:pt>
                <c:pt idx="61">
                  <c:v>0.56599999999999995</c:v>
                </c:pt>
                <c:pt idx="62">
                  <c:v>0.8</c:v>
                </c:pt>
                <c:pt idx="63">
                  <c:v>0.80700000000000005</c:v>
                </c:pt>
                <c:pt idx="64">
                  <c:v>0.99399999999999999</c:v>
                </c:pt>
                <c:pt idx="65">
                  <c:v>0.998</c:v>
                </c:pt>
                <c:pt idx="66">
                  <c:v>0.998</c:v>
                </c:pt>
                <c:pt idx="67">
                  <c:v>0.996</c:v>
                </c:pt>
                <c:pt idx="68">
                  <c:v>0.80200000000000005</c:v>
                </c:pt>
                <c:pt idx="69">
                  <c:v>0.77</c:v>
                </c:pt>
                <c:pt idx="70">
                  <c:v>0.77500000000000002</c:v>
                </c:pt>
                <c:pt idx="71">
                  <c:v>0.80500000000000005</c:v>
                </c:pt>
                <c:pt idx="72">
                  <c:v>0.80300000000000005</c:v>
                </c:pt>
                <c:pt idx="73">
                  <c:v>0.80900000000000005</c:v>
                </c:pt>
                <c:pt idx="74">
                  <c:v>0.996</c:v>
                </c:pt>
                <c:pt idx="75">
                  <c:v>0.996</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1-A4D2-4BB9-8437-15A4216471CF}"/>
            </c:ext>
          </c:extLst>
        </c:ser>
        <c:ser>
          <c:idx val="2"/>
          <c:order val="2"/>
          <c:tx>
            <c:strRef>
              <c:f>'# Out FF'!$Q$2</c:f>
              <c:strCache>
                <c:ptCount val="1"/>
                <c:pt idx="0">
                  <c:v>Run 3</c:v>
                </c:pt>
              </c:strCache>
            </c:strRef>
          </c:tx>
          <c:spPr>
            <a:ln w="19050" cap="rnd">
              <a:solidFill>
                <a:schemeClr val="accent3">
                  <a:shade val="65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FF'!$Q$3:$Q$200</c:f>
              <c:numCache>
                <c:formatCode>General</c:formatCode>
                <c:ptCount val="198"/>
                <c:pt idx="0">
                  <c:v>1</c:v>
                </c:pt>
                <c:pt idx="1">
                  <c:v>0.995</c:v>
                </c:pt>
                <c:pt idx="2">
                  <c:v>0.99399999999999999</c:v>
                </c:pt>
                <c:pt idx="3">
                  <c:v>0.99399999999999999</c:v>
                </c:pt>
                <c:pt idx="4">
                  <c:v>0.77500000000000002</c:v>
                </c:pt>
                <c:pt idx="5">
                  <c:v>0.78600000000000003</c:v>
                </c:pt>
                <c:pt idx="6">
                  <c:v>0.53200000000000003</c:v>
                </c:pt>
                <c:pt idx="7">
                  <c:v>0.71299999999999997</c:v>
                </c:pt>
                <c:pt idx="8">
                  <c:v>0.75900000000000001</c:v>
                </c:pt>
                <c:pt idx="9">
                  <c:v>0.755</c:v>
                </c:pt>
                <c:pt idx="10">
                  <c:v>0.72199999999999998</c:v>
                </c:pt>
                <c:pt idx="11">
                  <c:v>0.53600000000000003</c:v>
                </c:pt>
                <c:pt idx="12">
                  <c:v>0.65200000000000002</c:v>
                </c:pt>
                <c:pt idx="13">
                  <c:v>0.52700000000000002</c:v>
                </c:pt>
                <c:pt idx="14">
                  <c:v>0.42399999999999999</c:v>
                </c:pt>
                <c:pt idx="15">
                  <c:v>0.69799999999999995</c:v>
                </c:pt>
                <c:pt idx="16">
                  <c:v>0.83099999999999996</c:v>
                </c:pt>
                <c:pt idx="17">
                  <c:v>0.70299999999999996</c:v>
                </c:pt>
                <c:pt idx="18">
                  <c:v>0.74299999999999999</c:v>
                </c:pt>
                <c:pt idx="19">
                  <c:v>0.75700000000000001</c:v>
                </c:pt>
                <c:pt idx="20">
                  <c:v>0.53700000000000003</c:v>
                </c:pt>
                <c:pt idx="21">
                  <c:v>0.72</c:v>
                </c:pt>
                <c:pt idx="22">
                  <c:v>0.69899999999999995</c:v>
                </c:pt>
                <c:pt idx="23">
                  <c:v>0.72199999999999998</c:v>
                </c:pt>
                <c:pt idx="24">
                  <c:v>0.53200000000000003</c:v>
                </c:pt>
                <c:pt idx="25">
                  <c:v>0.77400000000000002</c:v>
                </c:pt>
                <c:pt idx="26">
                  <c:v>0.78600000000000003</c:v>
                </c:pt>
                <c:pt idx="27">
                  <c:v>0.79</c:v>
                </c:pt>
                <c:pt idx="28">
                  <c:v>0.75800000000000001</c:v>
                </c:pt>
                <c:pt idx="29">
                  <c:v>0.53500000000000003</c:v>
                </c:pt>
                <c:pt idx="30">
                  <c:v>0.78100000000000003</c:v>
                </c:pt>
                <c:pt idx="31">
                  <c:v>0.76</c:v>
                </c:pt>
                <c:pt idx="32">
                  <c:v>0.53400000000000003</c:v>
                </c:pt>
                <c:pt idx="33">
                  <c:v>0.76100000000000001</c:v>
                </c:pt>
                <c:pt idx="34">
                  <c:v>0.76300000000000001</c:v>
                </c:pt>
                <c:pt idx="35">
                  <c:v>0.77100000000000002</c:v>
                </c:pt>
                <c:pt idx="36">
                  <c:v>0.99299999999999999</c:v>
                </c:pt>
                <c:pt idx="37">
                  <c:v>0.77500000000000002</c:v>
                </c:pt>
                <c:pt idx="38">
                  <c:v>0.99199999999999999</c:v>
                </c:pt>
                <c:pt idx="39">
                  <c:v>0.76700000000000002</c:v>
                </c:pt>
                <c:pt idx="40">
                  <c:v>0.77100000000000002</c:v>
                </c:pt>
                <c:pt idx="41">
                  <c:v>0.78500000000000003</c:v>
                </c:pt>
                <c:pt idx="42">
                  <c:v>0.78300000000000003</c:v>
                </c:pt>
                <c:pt idx="43">
                  <c:v>0.76900000000000002</c:v>
                </c:pt>
                <c:pt idx="44">
                  <c:v>0.77600000000000002</c:v>
                </c:pt>
                <c:pt idx="45">
                  <c:v>0.77700000000000002</c:v>
                </c:pt>
                <c:pt idx="46">
                  <c:v>0.77600000000000002</c:v>
                </c:pt>
                <c:pt idx="47">
                  <c:v>0.99</c:v>
                </c:pt>
                <c:pt idx="48">
                  <c:v>0.78400000000000003</c:v>
                </c:pt>
                <c:pt idx="49">
                  <c:v>0.99299999999999999</c:v>
                </c:pt>
                <c:pt idx="50">
                  <c:v>0.99299999999999999</c:v>
                </c:pt>
                <c:pt idx="51">
                  <c:v>0.79300000000000004</c:v>
                </c:pt>
                <c:pt idx="52">
                  <c:v>0.99399999999999999</c:v>
                </c:pt>
                <c:pt idx="53">
                  <c:v>0.99299999999999999</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2-A4D2-4BB9-8437-15A4216471CF}"/>
            </c:ext>
          </c:extLst>
        </c:ser>
        <c:ser>
          <c:idx val="3"/>
          <c:order val="3"/>
          <c:tx>
            <c:strRef>
              <c:f>'# Out FF'!$R$2</c:f>
              <c:strCache>
                <c:ptCount val="1"/>
                <c:pt idx="0">
                  <c:v>Run 4</c:v>
                </c:pt>
              </c:strCache>
            </c:strRef>
          </c:tx>
          <c:spPr>
            <a:ln w="19050" cap="rnd">
              <a:solidFill>
                <a:schemeClr val="accent3">
                  <a:shade val="76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FF'!$R$3:$R$200</c:f>
              <c:numCache>
                <c:formatCode>General</c:formatCode>
                <c:ptCount val="198"/>
                <c:pt idx="0">
                  <c:v>1</c:v>
                </c:pt>
                <c:pt idx="1">
                  <c:v>0.998</c:v>
                </c:pt>
                <c:pt idx="2">
                  <c:v>0.999</c:v>
                </c:pt>
                <c:pt idx="3">
                  <c:v>0.999</c:v>
                </c:pt>
                <c:pt idx="4">
                  <c:v>0.79100000000000004</c:v>
                </c:pt>
                <c:pt idx="5">
                  <c:v>0.995</c:v>
                </c:pt>
                <c:pt idx="6">
                  <c:v>0.76600000000000001</c:v>
                </c:pt>
                <c:pt idx="7">
                  <c:v>0.68700000000000006</c:v>
                </c:pt>
                <c:pt idx="8">
                  <c:v>0.745</c:v>
                </c:pt>
                <c:pt idx="9">
                  <c:v>0.48399999999999999</c:v>
                </c:pt>
                <c:pt idx="10">
                  <c:v>0.34499999999999997</c:v>
                </c:pt>
                <c:pt idx="11">
                  <c:v>0.33500000000000002</c:v>
                </c:pt>
                <c:pt idx="12">
                  <c:v>0.504</c:v>
                </c:pt>
                <c:pt idx="13">
                  <c:v>0.44</c:v>
                </c:pt>
                <c:pt idx="14">
                  <c:v>0.69899999999999995</c:v>
                </c:pt>
                <c:pt idx="15">
                  <c:v>0.74399999999999999</c:v>
                </c:pt>
                <c:pt idx="16">
                  <c:v>0.78400000000000003</c:v>
                </c:pt>
                <c:pt idx="17">
                  <c:v>0.80400000000000005</c:v>
                </c:pt>
                <c:pt idx="18">
                  <c:v>0.78</c:v>
                </c:pt>
                <c:pt idx="19">
                  <c:v>0.75800000000000001</c:v>
                </c:pt>
                <c:pt idx="20">
                  <c:v>0.72199999999999998</c:v>
                </c:pt>
                <c:pt idx="21">
                  <c:v>0.751</c:v>
                </c:pt>
                <c:pt idx="22">
                  <c:v>0.70899999999999996</c:v>
                </c:pt>
                <c:pt idx="23">
                  <c:v>0.70199999999999996</c:v>
                </c:pt>
                <c:pt idx="24">
                  <c:v>0.70199999999999996</c:v>
                </c:pt>
                <c:pt idx="25">
                  <c:v>0.70199999999999996</c:v>
                </c:pt>
                <c:pt idx="26">
                  <c:v>0.84499999999999997</c:v>
                </c:pt>
                <c:pt idx="27">
                  <c:v>0.751</c:v>
                </c:pt>
                <c:pt idx="28">
                  <c:v>0.66500000000000004</c:v>
                </c:pt>
                <c:pt idx="29">
                  <c:v>0.748</c:v>
                </c:pt>
                <c:pt idx="30">
                  <c:v>0.53400000000000003</c:v>
                </c:pt>
                <c:pt idx="31">
                  <c:v>0.54</c:v>
                </c:pt>
                <c:pt idx="32">
                  <c:v>0.68400000000000005</c:v>
                </c:pt>
                <c:pt idx="33">
                  <c:v>0.42699999999999999</c:v>
                </c:pt>
                <c:pt idx="34">
                  <c:v>0.83099999999999996</c:v>
                </c:pt>
                <c:pt idx="35">
                  <c:v>0.66200000000000003</c:v>
                </c:pt>
                <c:pt idx="36">
                  <c:v>0.749</c:v>
                </c:pt>
                <c:pt idx="37">
                  <c:v>0.51800000000000002</c:v>
                </c:pt>
                <c:pt idx="38">
                  <c:v>0.71299999999999997</c:v>
                </c:pt>
                <c:pt idx="39">
                  <c:v>0.52100000000000002</c:v>
                </c:pt>
                <c:pt idx="40">
                  <c:v>0.78600000000000003</c:v>
                </c:pt>
                <c:pt idx="41">
                  <c:v>0.99299999999999999</c:v>
                </c:pt>
                <c:pt idx="42">
                  <c:v>0.79500000000000004</c:v>
                </c:pt>
                <c:pt idx="43">
                  <c:v>0.996</c:v>
                </c:pt>
                <c:pt idx="44">
                  <c:v>0.78500000000000003</c:v>
                </c:pt>
                <c:pt idx="45">
                  <c:v>0.79300000000000004</c:v>
                </c:pt>
                <c:pt idx="46">
                  <c:v>0.76300000000000001</c:v>
                </c:pt>
                <c:pt idx="47">
                  <c:v>0.54400000000000004</c:v>
                </c:pt>
                <c:pt idx="48">
                  <c:v>0.77600000000000002</c:v>
                </c:pt>
                <c:pt idx="49">
                  <c:v>0.72099999999999997</c:v>
                </c:pt>
                <c:pt idx="50">
                  <c:v>0.78400000000000003</c:v>
                </c:pt>
                <c:pt idx="51">
                  <c:v>0.78100000000000003</c:v>
                </c:pt>
                <c:pt idx="52">
                  <c:v>0.996</c:v>
                </c:pt>
                <c:pt idx="53">
                  <c:v>0.79600000000000004</c:v>
                </c:pt>
                <c:pt idx="54">
                  <c:v>0.79200000000000004</c:v>
                </c:pt>
                <c:pt idx="55">
                  <c:v>0.999</c:v>
                </c:pt>
                <c:pt idx="56">
                  <c:v>0.79</c:v>
                </c:pt>
                <c:pt idx="57">
                  <c:v>0.79500000000000004</c:v>
                </c:pt>
                <c:pt idx="58">
                  <c:v>0.78400000000000003</c:v>
                </c:pt>
                <c:pt idx="59">
                  <c:v>0.53900000000000003</c:v>
                </c:pt>
                <c:pt idx="60">
                  <c:v>0.78800000000000003</c:v>
                </c:pt>
                <c:pt idx="61">
                  <c:v>0.52800000000000002</c:v>
                </c:pt>
                <c:pt idx="62">
                  <c:v>0.68100000000000005</c:v>
                </c:pt>
                <c:pt idx="63">
                  <c:v>0.51900000000000002</c:v>
                </c:pt>
                <c:pt idx="64">
                  <c:v>0.53100000000000003</c:v>
                </c:pt>
                <c:pt idx="65">
                  <c:v>0.78500000000000003</c:v>
                </c:pt>
                <c:pt idx="66">
                  <c:v>0.78300000000000003</c:v>
                </c:pt>
                <c:pt idx="67">
                  <c:v>0.997</c:v>
                </c:pt>
                <c:pt idx="68">
                  <c:v>0.79800000000000004</c:v>
                </c:pt>
                <c:pt idx="69">
                  <c:v>0.79</c:v>
                </c:pt>
                <c:pt idx="70">
                  <c:v>0.998</c:v>
                </c:pt>
                <c:pt idx="71">
                  <c:v>0.80300000000000005</c:v>
                </c:pt>
                <c:pt idx="72">
                  <c:v>0.79700000000000004</c:v>
                </c:pt>
                <c:pt idx="73">
                  <c:v>0.80700000000000005</c:v>
                </c:pt>
                <c:pt idx="74">
                  <c:v>0.79600000000000004</c:v>
                </c:pt>
                <c:pt idx="75">
                  <c:v>0.996</c:v>
                </c:pt>
                <c:pt idx="76">
                  <c:v>0.998</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3-A4D2-4BB9-8437-15A4216471CF}"/>
            </c:ext>
          </c:extLst>
        </c:ser>
        <c:ser>
          <c:idx val="4"/>
          <c:order val="4"/>
          <c:tx>
            <c:strRef>
              <c:f>'# Out FF'!$S$2</c:f>
              <c:strCache>
                <c:ptCount val="1"/>
                <c:pt idx="0">
                  <c:v>Run 5</c:v>
                </c:pt>
              </c:strCache>
            </c:strRef>
          </c:tx>
          <c:spPr>
            <a:ln w="19050" cap="rnd">
              <a:solidFill>
                <a:schemeClr val="accent3">
                  <a:shade val="88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FF'!$S$3:$S$200</c:f>
              <c:numCache>
                <c:formatCode>General</c:formatCode>
                <c:ptCount val="198"/>
                <c:pt idx="0">
                  <c:v>1</c:v>
                </c:pt>
                <c:pt idx="1">
                  <c:v>0.997</c:v>
                </c:pt>
                <c:pt idx="2">
                  <c:v>0.998</c:v>
                </c:pt>
                <c:pt idx="3">
                  <c:v>0.996</c:v>
                </c:pt>
                <c:pt idx="4">
                  <c:v>0.78700000000000003</c:v>
                </c:pt>
                <c:pt idx="5">
                  <c:v>0.79400000000000004</c:v>
                </c:pt>
                <c:pt idx="6">
                  <c:v>0.53300000000000003</c:v>
                </c:pt>
                <c:pt idx="7">
                  <c:v>0.748</c:v>
                </c:pt>
                <c:pt idx="8">
                  <c:v>0.68500000000000005</c:v>
                </c:pt>
                <c:pt idx="9">
                  <c:v>0.84099999999999997</c:v>
                </c:pt>
                <c:pt idx="10">
                  <c:v>0.84699999999999998</c:v>
                </c:pt>
                <c:pt idx="11">
                  <c:v>0.68600000000000005</c:v>
                </c:pt>
                <c:pt idx="12">
                  <c:v>0.36599999999999999</c:v>
                </c:pt>
                <c:pt idx="13">
                  <c:v>0.44600000000000001</c:v>
                </c:pt>
                <c:pt idx="14">
                  <c:v>0.19700000000000001</c:v>
                </c:pt>
                <c:pt idx="15">
                  <c:v>0.27900000000000003</c:v>
                </c:pt>
                <c:pt idx="16">
                  <c:v>0.72199999999999998</c:v>
                </c:pt>
                <c:pt idx="17">
                  <c:v>0.67</c:v>
                </c:pt>
                <c:pt idx="18">
                  <c:v>0.77</c:v>
                </c:pt>
                <c:pt idx="19">
                  <c:v>0.77900000000000003</c:v>
                </c:pt>
                <c:pt idx="20">
                  <c:v>0.77700000000000002</c:v>
                </c:pt>
                <c:pt idx="21">
                  <c:v>0.78100000000000003</c:v>
                </c:pt>
                <c:pt idx="22">
                  <c:v>0.53700000000000003</c:v>
                </c:pt>
                <c:pt idx="23">
                  <c:v>0.7</c:v>
                </c:pt>
                <c:pt idx="24">
                  <c:v>0.69199999999999995</c:v>
                </c:pt>
                <c:pt idx="25">
                  <c:v>0.85499999999999998</c:v>
                </c:pt>
                <c:pt idx="26">
                  <c:v>0.51400000000000001</c:v>
                </c:pt>
                <c:pt idx="27">
                  <c:v>0.70299999999999996</c:v>
                </c:pt>
                <c:pt idx="28">
                  <c:v>0.77100000000000002</c:v>
                </c:pt>
                <c:pt idx="29">
                  <c:v>0.47699999999999998</c:v>
                </c:pt>
                <c:pt idx="30">
                  <c:v>0.78</c:v>
                </c:pt>
                <c:pt idx="31">
                  <c:v>0.67900000000000005</c:v>
                </c:pt>
                <c:pt idx="32">
                  <c:v>0.76300000000000001</c:v>
                </c:pt>
                <c:pt idx="33">
                  <c:v>0.995</c:v>
                </c:pt>
                <c:pt idx="34">
                  <c:v>0.79200000000000004</c:v>
                </c:pt>
                <c:pt idx="35">
                  <c:v>0.79100000000000004</c:v>
                </c:pt>
                <c:pt idx="36">
                  <c:v>0.77800000000000002</c:v>
                </c:pt>
                <c:pt idx="37">
                  <c:v>0.86399999999999999</c:v>
                </c:pt>
                <c:pt idx="38">
                  <c:v>0.78300000000000003</c:v>
                </c:pt>
                <c:pt idx="39">
                  <c:v>0.68100000000000005</c:v>
                </c:pt>
                <c:pt idx="40">
                  <c:v>0.76100000000000001</c:v>
                </c:pt>
                <c:pt idx="41">
                  <c:v>0.69699999999999995</c:v>
                </c:pt>
                <c:pt idx="42">
                  <c:v>0.47499999999999998</c:v>
                </c:pt>
                <c:pt idx="43">
                  <c:v>0.76700000000000002</c:v>
                </c:pt>
                <c:pt idx="44">
                  <c:v>0.57799999999999996</c:v>
                </c:pt>
                <c:pt idx="45">
                  <c:v>0.77</c:v>
                </c:pt>
                <c:pt idx="46">
                  <c:v>0.77400000000000002</c:v>
                </c:pt>
                <c:pt idx="47">
                  <c:v>0.78</c:v>
                </c:pt>
                <c:pt idx="48">
                  <c:v>0.77700000000000002</c:v>
                </c:pt>
                <c:pt idx="49">
                  <c:v>0.79500000000000004</c:v>
                </c:pt>
                <c:pt idx="50">
                  <c:v>0.77300000000000002</c:v>
                </c:pt>
                <c:pt idx="51">
                  <c:v>0.995</c:v>
                </c:pt>
                <c:pt idx="52">
                  <c:v>0.996</c:v>
                </c:pt>
                <c:pt idx="53">
                  <c:v>0.997</c:v>
                </c:pt>
                <c:pt idx="54">
                  <c:v>0.996</c:v>
                </c:pt>
                <c:pt idx="55">
                  <c:v>0.995</c:v>
                </c:pt>
                <c:pt idx="56">
                  <c:v>0.79300000000000004</c:v>
                </c:pt>
                <c:pt idx="57">
                  <c:v>0.77800000000000002</c:v>
                </c:pt>
                <c:pt idx="58">
                  <c:v>0.77800000000000002</c:v>
                </c:pt>
                <c:pt idx="59">
                  <c:v>0.53200000000000003</c:v>
                </c:pt>
                <c:pt idx="60">
                  <c:v>0.749</c:v>
                </c:pt>
                <c:pt idx="61">
                  <c:v>0.75900000000000001</c:v>
                </c:pt>
                <c:pt idx="62">
                  <c:v>0.78600000000000003</c:v>
                </c:pt>
                <c:pt idx="63">
                  <c:v>0.99199999999999999</c:v>
                </c:pt>
                <c:pt idx="64">
                  <c:v>0.78900000000000003</c:v>
                </c:pt>
                <c:pt idx="65">
                  <c:v>0.995</c:v>
                </c:pt>
                <c:pt idx="66">
                  <c:v>0.995</c:v>
                </c:pt>
                <c:pt idx="67">
                  <c:v>0.54500000000000004</c:v>
                </c:pt>
                <c:pt idx="68">
                  <c:v>0.77600000000000002</c:v>
                </c:pt>
                <c:pt idx="69">
                  <c:v>0.77600000000000002</c:v>
                </c:pt>
                <c:pt idx="70">
                  <c:v>0.77800000000000002</c:v>
                </c:pt>
                <c:pt idx="71">
                  <c:v>0.77900000000000003</c:v>
                </c:pt>
                <c:pt idx="72">
                  <c:v>0.79200000000000004</c:v>
                </c:pt>
                <c:pt idx="73">
                  <c:v>0.79600000000000004</c:v>
                </c:pt>
                <c:pt idx="74">
                  <c:v>0.997</c:v>
                </c:pt>
                <c:pt idx="75">
                  <c:v>0.79</c:v>
                </c:pt>
                <c:pt idx="76">
                  <c:v>0.995</c:v>
                </c:pt>
                <c:pt idx="77">
                  <c:v>0.78700000000000003</c:v>
                </c:pt>
                <c:pt idx="78">
                  <c:v>0.78600000000000003</c:v>
                </c:pt>
                <c:pt idx="79">
                  <c:v>0.78300000000000003</c:v>
                </c:pt>
                <c:pt idx="80">
                  <c:v>0.78500000000000003</c:v>
                </c:pt>
                <c:pt idx="81">
                  <c:v>0.76100000000000001</c:v>
                </c:pt>
                <c:pt idx="82">
                  <c:v>0.79600000000000004</c:v>
                </c:pt>
                <c:pt idx="83">
                  <c:v>0.78800000000000003</c:v>
                </c:pt>
                <c:pt idx="84">
                  <c:v>0.996</c:v>
                </c:pt>
                <c:pt idx="85">
                  <c:v>0.995</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4-A4D2-4BB9-8437-15A4216471CF}"/>
            </c:ext>
          </c:extLst>
        </c:ser>
        <c:ser>
          <c:idx val="5"/>
          <c:order val="5"/>
          <c:tx>
            <c:strRef>
              <c:f>'# Out FF'!$T$2</c:f>
              <c:strCache>
                <c:ptCount val="1"/>
                <c:pt idx="0">
                  <c:v>Run 6</c:v>
                </c:pt>
              </c:strCache>
            </c:strRef>
          </c:tx>
          <c:spPr>
            <a:ln w="19050" cap="rnd">
              <a:solidFill>
                <a:schemeClr val="accent3"/>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FF'!$T$3:$T$200</c:f>
              <c:numCache>
                <c:formatCode>General</c:formatCode>
                <c:ptCount val="198"/>
                <c:pt idx="0">
                  <c:v>1</c:v>
                </c:pt>
                <c:pt idx="1">
                  <c:v>0.997</c:v>
                </c:pt>
                <c:pt idx="2">
                  <c:v>0.997</c:v>
                </c:pt>
                <c:pt idx="3">
                  <c:v>0.997</c:v>
                </c:pt>
                <c:pt idx="4">
                  <c:v>0.79300000000000004</c:v>
                </c:pt>
                <c:pt idx="5">
                  <c:v>0.995</c:v>
                </c:pt>
                <c:pt idx="6">
                  <c:v>0.80200000000000005</c:v>
                </c:pt>
                <c:pt idx="7">
                  <c:v>0.79400000000000004</c:v>
                </c:pt>
                <c:pt idx="8">
                  <c:v>0.78200000000000003</c:v>
                </c:pt>
                <c:pt idx="9">
                  <c:v>0.70199999999999996</c:v>
                </c:pt>
                <c:pt idx="10">
                  <c:v>0.78700000000000003</c:v>
                </c:pt>
                <c:pt idx="11">
                  <c:v>0.82899999999999996</c:v>
                </c:pt>
                <c:pt idx="12">
                  <c:v>0.57999999999999996</c:v>
                </c:pt>
                <c:pt idx="13">
                  <c:v>0.47299999999999998</c:v>
                </c:pt>
                <c:pt idx="14">
                  <c:v>0.55400000000000005</c:v>
                </c:pt>
                <c:pt idx="15">
                  <c:v>0.39200000000000002</c:v>
                </c:pt>
                <c:pt idx="16">
                  <c:v>0.54500000000000004</c:v>
                </c:pt>
                <c:pt idx="17">
                  <c:v>0.68700000000000006</c:v>
                </c:pt>
                <c:pt idx="18">
                  <c:v>0.70099999999999996</c:v>
                </c:pt>
                <c:pt idx="19">
                  <c:v>0.77200000000000002</c:v>
                </c:pt>
                <c:pt idx="20">
                  <c:v>0.78300000000000003</c:v>
                </c:pt>
                <c:pt idx="21">
                  <c:v>0.79700000000000004</c:v>
                </c:pt>
                <c:pt idx="22">
                  <c:v>0.8</c:v>
                </c:pt>
                <c:pt idx="23">
                  <c:v>0.79500000000000004</c:v>
                </c:pt>
                <c:pt idx="24">
                  <c:v>0.55100000000000005</c:v>
                </c:pt>
                <c:pt idx="25">
                  <c:v>0.55000000000000004</c:v>
                </c:pt>
                <c:pt idx="26">
                  <c:v>0.54600000000000004</c:v>
                </c:pt>
                <c:pt idx="27">
                  <c:v>0.54800000000000004</c:v>
                </c:pt>
                <c:pt idx="28">
                  <c:v>0.79200000000000004</c:v>
                </c:pt>
                <c:pt idx="29">
                  <c:v>0.80500000000000005</c:v>
                </c:pt>
                <c:pt idx="30">
                  <c:v>0.79700000000000004</c:v>
                </c:pt>
                <c:pt idx="31">
                  <c:v>0.79400000000000004</c:v>
                </c:pt>
                <c:pt idx="32">
                  <c:v>0.79400000000000004</c:v>
                </c:pt>
                <c:pt idx="33">
                  <c:v>0.79400000000000004</c:v>
                </c:pt>
                <c:pt idx="34">
                  <c:v>0.79500000000000004</c:v>
                </c:pt>
                <c:pt idx="35">
                  <c:v>0.79800000000000004</c:v>
                </c:pt>
                <c:pt idx="36">
                  <c:v>0.81399999999999995</c:v>
                </c:pt>
                <c:pt idx="37">
                  <c:v>0.78</c:v>
                </c:pt>
                <c:pt idx="38">
                  <c:v>0.79300000000000004</c:v>
                </c:pt>
                <c:pt idx="39">
                  <c:v>0.80500000000000005</c:v>
                </c:pt>
                <c:pt idx="40">
                  <c:v>0.79100000000000004</c:v>
                </c:pt>
                <c:pt idx="41">
                  <c:v>0.79300000000000004</c:v>
                </c:pt>
                <c:pt idx="42">
                  <c:v>0.78300000000000003</c:v>
                </c:pt>
                <c:pt idx="43">
                  <c:v>0.79600000000000004</c:v>
                </c:pt>
                <c:pt idx="44">
                  <c:v>0.79300000000000004</c:v>
                </c:pt>
                <c:pt idx="45">
                  <c:v>0.78200000000000003</c:v>
                </c:pt>
                <c:pt idx="46">
                  <c:v>0.79</c:v>
                </c:pt>
                <c:pt idx="47">
                  <c:v>0.81</c:v>
                </c:pt>
                <c:pt idx="48">
                  <c:v>0.78800000000000003</c:v>
                </c:pt>
                <c:pt idx="49">
                  <c:v>0.79400000000000004</c:v>
                </c:pt>
                <c:pt idx="50">
                  <c:v>0.79200000000000004</c:v>
                </c:pt>
                <c:pt idx="51">
                  <c:v>0.80200000000000005</c:v>
                </c:pt>
                <c:pt idx="52">
                  <c:v>0.79100000000000004</c:v>
                </c:pt>
                <c:pt idx="53">
                  <c:v>0.54500000000000004</c:v>
                </c:pt>
                <c:pt idx="54">
                  <c:v>0.78500000000000003</c:v>
                </c:pt>
                <c:pt idx="55">
                  <c:v>0.55200000000000005</c:v>
                </c:pt>
                <c:pt idx="56">
                  <c:v>0.54100000000000004</c:v>
                </c:pt>
                <c:pt idx="57">
                  <c:v>0.80200000000000005</c:v>
                </c:pt>
                <c:pt idx="58">
                  <c:v>0.79800000000000004</c:v>
                </c:pt>
                <c:pt idx="59">
                  <c:v>0.78900000000000003</c:v>
                </c:pt>
                <c:pt idx="60">
                  <c:v>0.8</c:v>
                </c:pt>
                <c:pt idx="61">
                  <c:v>0.78600000000000003</c:v>
                </c:pt>
                <c:pt idx="62">
                  <c:v>0.79600000000000004</c:v>
                </c:pt>
                <c:pt idx="63">
                  <c:v>0.79300000000000004</c:v>
                </c:pt>
                <c:pt idx="64">
                  <c:v>0.78700000000000003</c:v>
                </c:pt>
                <c:pt idx="65">
                  <c:v>0.80200000000000005</c:v>
                </c:pt>
                <c:pt idx="66">
                  <c:v>0.80400000000000005</c:v>
                </c:pt>
                <c:pt idx="67">
                  <c:v>0.77500000000000002</c:v>
                </c:pt>
                <c:pt idx="68">
                  <c:v>0.78200000000000003</c:v>
                </c:pt>
                <c:pt idx="69">
                  <c:v>0.54200000000000004</c:v>
                </c:pt>
                <c:pt idx="70">
                  <c:v>0.80300000000000005</c:v>
                </c:pt>
                <c:pt idx="71">
                  <c:v>0.54900000000000004</c:v>
                </c:pt>
                <c:pt idx="72">
                  <c:v>0.55100000000000005</c:v>
                </c:pt>
                <c:pt idx="73">
                  <c:v>0.78900000000000003</c:v>
                </c:pt>
                <c:pt idx="74">
                  <c:v>0.997</c:v>
                </c:pt>
                <c:pt idx="75">
                  <c:v>0.81</c:v>
                </c:pt>
                <c:pt idx="76">
                  <c:v>0.79100000000000004</c:v>
                </c:pt>
                <c:pt idx="77">
                  <c:v>0.80300000000000005</c:v>
                </c:pt>
                <c:pt idx="78">
                  <c:v>0.79</c:v>
                </c:pt>
                <c:pt idx="79">
                  <c:v>0.79600000000000004</c:v>
                </c:pt>
                <c:pt idx="80">
                  <c:v>0.78600000000000003</c:v>
                </c:pt>
                <c:pt idx="81">
                  <c:v>0.78900000000000003</c:v>
                </c:pt>
                <c:pt idx="82">
                  <c:v>0.78600000000000003</c:v>
                </c:pt>
                <c:pt idx="83">
                  <c:v>0.78700000000000003</c:v>
                </c:pt>
                <c:pt idx="84">
                  <c:v>0.79700000000000004</c:v>
                </c:pt>
                <c:pt idx="85">
                  <c:v>0.996</c:v>
                </c:pt>
                <c:pt idx="86">
                  <c:v>0.996</c:v>
                </c:pt>
                <c:pt idx="87">
                  <c:v>0.996</c:v>
                </c:pt>
                <c:pt idx="88">
                  <c:v>0.8</c:v>
                </c:pt>
                <c:pt idx="89">
                  <c:v>0.80300000000000005</c:v>
                </c:pt>
                <c:pt idx="90">
                  <c:v>0.78600000000000003</c:v>
                </c:pt>
                <c:pt idx="91">
                  <c:v>0.79900000000000004</c:v>
                </c:pt>
                <c:pt idx="92">
                  <c:v>0.78700000000000003</c:v>
                </c:pt>
                <c:pt idx="93">
                  <c:v>0.79600000000000004</c:v>
                </c:pt>
                <c:pt idx="94">
                  <c:v>0.996</c:v>
                </c:pt>
                <c:pt idx="95">
                  <c:v>0.998</c:v>
                </c:pt>
                <c:pt idx="96">
                  <c:v>0.999</c:v>
                </c:pt>
                <c:pt idx="97">
                  <c:v>0.999</c:v>
                </c:pt>
                <c:pt idx="98">
                  <c:v>0.79700000000000004</c:v>
                </c:pt>
                <c:pt idx="99">
                  <c:v>0.78800000000000003</c:v>
                </c:pt>
                <c:pt idx="100">
                  <c:v>0.79700000000000004</c:v>
                </c:pt>
                <c:pt idx="101">
                  <c:v>0.78600000000000003</c:v>
                </c:pt>
                <c:pt idx="102">
                  <c:v>0.996</c:v>
                </c:pt>
                <c:pt idx="103">
                  <c:v>0.995</c:v>
                </c:pt>
                <c:pt idx="104">
                  <c:v>0.998</c:v>
                </c:pt>
                <c:pt idx="105">
                  <c:v>0.996</c:v>
                </c:pt>
                <c:pt idx="106">
                  <c:v>0.79600000000000004</c:v>
                </c:pt>
                <c:pt idx="107">
                  <c:v>0.8</c:v>
                </c:pt>
                <c:pt idx="108">
                  <c:v>0.8</c:v>
                </c:pt>
                <c:pt idx="109">
                  <c:v>0.80200000000000005</c:v>
                </c:pt>
                <c:pt idx="110">
                  <c:v>0.80300000000000005</c:v>
                </c:pt>
                <c:pt idx="111">
                  <c:v>0.80600000000000005</c:v>
                </c:pt>
                <c:pt idx="112">
                  <c:v>0.80300000000000005</c:v>
                </c:pt>
                <c:pt idx="113">
                  <c:v>0.80300000000000005</c:v>
                </c:pt>
                <c:pt idx="114">
                  <c:v>0.77800000000000002</c:v>
                </c:pt>
                <c:pt idx="115">
                  <c:v>0.78400000000000003</c:v>
                </c:pt>
                <c:pt idx="116">
                  <c:v>0.79700000000000004</c:v>
                </c:pt>
                <c:pt idx="117">
                  <c:v>0.54800000000000004</c:v>
                </c:pt>
                <c:pt idx="118">
                  <c:v>0.79300000000000004</c:v>
                </c:pt>
                <c:pt idx="119">
                  <c:v>0.80400000000000005</c:v>
                </c:pt>
                <c:pt idx="120">
                  <c:v>0.79600000000000004</c:v>
                </c:pt>
                <c:pt idx="121">
                  <c:v>0.79400000000000004</c:v>
                </c:pt>
                <c:pt idx="122">
                  <c:v>0.995</c:v>
                </c:pt>
                <c:pt idx="123">
                  <c:v>0.998</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5-A4D2-4BB9-8437-15A4216471CF}"/>
            </c:ext>
          </c:extLst>
        </c:ser>
        <c:ser>
          <c:idx val="6"/>
          <c:order val="6"/>
          <c:tx>
            <c:strRef>
              <c:f>'# Out FF'!$U$2</c:f>
              <c:strCache>
                <c:ptCount val="1"/>
                <c:pt idx="0">
                  <c:v>Run 7</c:v>
                </c:pt>
              </c:strCache>
            </c:strRef>
          </c:tx>
          <c:spPr>
            <a:ln w="19050" cap="rnd">
              <a:solidFill>
                <a:schemeClr val="accent3">
                  <a:tint val="89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FF'!$U$3:$U$200</c:f>
              <c:numCache>
                <c:formatCode>General</c:formatCode>
                <c:ptCount val="198"/>
                <c:pt idx="0">
                  <c:v>1</c:v>
                </c:pt>
                <c:pt idx="1">
                  <c:v>0.995</c:v>
                </c:pt>
                <c:pt idx="2">
                  <c:v>0.997</c:v>
                </c:pt>
                <c:pt idx="3">
                  <c:v>0.997</c:v>
                </c:pt>
                <c:pt idx="4">
                  <c:v>0.77500000000000002</c:v>
                </c:pt>
                <c:pt idx="5">
                  <c:v>0.80300000000000005</c:v>
                </c:pt>
                <c:pt idx="6">
                  <c:v>0.77200000000000002</c:v>
                </c:pt>
                <c:pt idx="7">
                  <c:v>0.55000000000000004</c:v>
                </c:pt>
                <c:pt idx="8">
                  <c:v>0.76700000000000002</c:v>
                </c:pt>
                <c:pt idx="9">
                  <c:v>0.76600000000000001</c:v>
                </c:pt>
                <c:pt idx="10">
                  <c:v>0.55100000000000005</c:v>
                </c:pt>
                <c:pt idx="11">
                  <c:v>0.75900000000000001</c:v>
                </c:pt>
                <c:pt idx="12">
                  <c:v>0.76300000000000001</c:v>
                </c:pt>
                <c:pt idx="13">
                  <c:v>0.71199999999999997</c:v>
                </c:pt>
                <c:pt idx="14">
                  <c:v>0.75700000000000001</c:v>
                </c:pt>
                <c:pt idx="15">
                  <c:v>0.755</c:v>
                </c:pt>
                <c:pt idx="16">
                  <c:v>0.751</c:v>
                </c:pt>
                <c:pt idx="17">
                  <c:v>0.73499999999999999</c:v>
                </c:pt>
                <c:pt idx="18">
                  <c:v>0.72299999999999998</c:v>
                </c:pt>
                <c:pt idx="19">
                  <c:v>0.55400000000000005</c:v>
                </c:pt>
                <c:pt idx="20">
                  <c:v>0.74099999999999999</c:v>
                </c:pt>
                <c:pt idx="21">
                  <c:v>0.77300000000000002</c:v>
                </c:pt>
                <c:pt idx="22">
                  <c:v>0.72</c:v>
                </c:pt>
                <c:pt idx="23">
                  <c:v>0.54</c:v>
                </c:pt>
                <c:pt idx="24">
                  <c:v>0.68100000000000005</c:v>
                </c:pt>
                <c:pt idx="25">
                  <c:v>0.83599999999999997</c:v>
                </c:pt>
                <c:pt idx="26">
                  <c:v>0.83099999999999996</c:v>
                </c:pt>
                <c:pt idx="27">
                  <c:v>0.745</c:v>
                </c:pt>
                <c:pt idx="28">
                  <c:v>0.74199999999999999</c:v>
                </c:pt>
                <c:pt idx="29">
                  <c:v>0.54</c:v>
                </c:pt>
                <c:pt idx="30">
                  <c:v>0.54600000000000004</c:v>
                </c:pt>
                <c:pt idx="31">
                  <c:v>0.45200000000000001</c:v>
                </c:pt>
                <c:pt idx="32">
                  <c:v>0.47199999999999998</c:v>
                </c:pt>
                <c:pt idx="33">
                  <c:v>0.43</c:v>
                </c:pt>
                <c:pt idx="34">
                  <c:v>0.81699999999999995</c:v>
                </c:pt>
                <c:pt idx="35">
                  <c:v>0.69899999999999995</c:v>
                </c:pt>
                <c:pt idx="36">
                  <c:v>0.751</c:v>
                </c:pt>
                <c:pt idx="37">
                  <c:v>0.54700000000000004</c:v>
                </c:pt>
                <c:pt idx="38">
                  <c:v>0.755</c:v>
                </c:pt>
                <c:pt idx="39">
                  <c:v>0.755</c:v>
                </c:pt>
                <c:pt idx="40">
                  <c:v>0.69399999999999995</c:v>
                </c:pt>
                <c:pt idx="41">
                  <c:v>0.72799999999999998</c:v>
                </c:pt>
                <c:pt idx="42">
                  <c:v>0.69199999999999995</c:v>
                </c:pt>
                <c:pt idx="43">
                  <c:v>0.73899999999999999</c:v>
                </c:pt>
                <c:pt idx="44">
                  <c:v>0.54400000000000004</c:v>
                </c:pt>
                <c:pt idx="45">
                  <c:v>0.53600000000000003</c:v>
                </c:pt>
                <c:pt idx="46">
                  <c:v>0.74199999999999999</c:v>
                </c:pt>
                <c:pt idx="47">
                  <c:v>0.73299999999999998</c:v>
                </c:pt>
                <c:pt idx="48">
                  <c:v>0.77200000000000002</c:v>
                </c:pt>
                <c:pt idx="49">
                  <c:v>0.80700000000000005</c:v>
                </c:pt>
                <c:pt idx="50">
                  <c:v>0.76500000000000001</c:v>
                </c:pt>
                <c:pt idx="51">
                  <c:v>0.74399999999999999</c:v>
                </c:pt>
                <c:pt idx="52">
                  <c:v>0.80300000000000005</c:v>
                </c:pt>
                <c:pt idx="53">
                  <c:v>0.747</c:v>
                </c:pt>
                <c:pt idx="54">
                  <c:v>0.99299999999999999</c:v>
                </c:pt>
                <c:pt idx="55">
                  <c:v>0.996</c:v>
                </c:pt>
                <c:pt idx="56">
                  <c:v>0.81299999999999994</c:v>
                </c:pt>
                <c:pt idx="57">
                  <c:v>0.997</c:v>
                </c:pt>
                <c:pt idx="58">
                  <c:v>0.997</c:v>
                </c:pt>
                <c:pt idx="59">
                  <c:v>0.753</c:v>
                </c:pt>
                <c:pt idx="60">
                  <c:v>0.80400000000000005</c:v>
                </c:pt>
                <c:pt idx="61">
                  <c:v>0.749</c:v>
                </c:pt>
                <c:pt idx="62">
                  <c:v>0.77400000000000002</c:v>
                </c:pt>
                <c:pt idx="63">
                  <c:v>0.76900000000000002</c:v>
                </c:pt>
                <c:pt idx="64">
                  <c:v>0.80600000000000005</c:v>
                </c:pt>
                <c:pt idx="65">
                  <c:v>0.77400000000000002</c:v>
                </c:pt>
                <c:pt idx="66">
                  <c:v>0.81599999999999995</c:v>
                </c:pt>
                <c:pt idx="67">
                  <c:v>0.8</c:v>
                </c:pt>
                <c:pt idx="68">
                  <c:v>0.78200000000000003</c:v>
                </c:pt>
                <c:pt idx="69">
                  <c:v>0.77200000000000002</c:v>
                </c:pt>
                <c:pt idx="70">
                  <c:v>0.74099999999999999</c:v>
                </c:pt>
                <c:pt idx="71">
                  <c:v>0.8</c:v>
                </c:pt>
                <c:pt idx="72">
                  <c:v>0.99299999999999999</c:v>
                </c:pt>
                <c:pt idx="73">
                  <c:v>0.74099999999999999</c:v>
                </c:pt>
                <c:pt idx="74">
                  <c:v>0.77100000000000002</c:v>
                </c:pt>
                <c:pt idx="75">
                  <c:v>0.77400000000000002</c:v>
                </c:pt>
                <c:pt idx="76">
                  <c:v>0.69699999999999995</c:v>
                </c:pt>
                <c:pt idx="77">
                  <c:v>0.98599999999999999</c:v>
                </c:pt>
                <c:pt idx="78">
                  <c:v>0.76900000000000002</c:v>
                </c:pt>
                <c:pt idx="79">
                  <c:v>0.81899999999999995</c:v>
                </c:pt>
                <c:pt idx="80">
                  <c:v>0.995</c:v>
                </c:pt>
                <c:pt idx="81">
                  <c:v>0.80800000000000005</c:v>
                </c:pt>
                <c:pt idx="82">
                  <c:v>0.996</c:v>
                </c:pt>
                <c:pt idx="83">
                  <c:v>0.997</c:v>
                </c:pt>
                <c:pt idx="84">
                  <c:v>0.78200000000000003</c:v>
                </c:pt>
                <c:pt idx="85">
                  <c:v>0.81200000000000006</c:v>
                </c:pt>
                <c:pt idx="86">
                  <c:v>0.996</c:v>
                </c:pt>
                <c:pt idx="87">
                  <c:v>0.998</c:v>
                </c:pt>
                <c:pt idx="88">
                  <c:v>0.999</c:v>
                </c:pt>
                <c:pt idx="89">
                  <c:v>0.999</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6-A4D2-4BB9-8437-15A4216471CF}"/>
            </c:ext>
          </c:extLst>
        </c:ser>
        <c:ser>
          <c:idx val="7"/>
          <c:order val="7"/>
          <c:tx>
            <c:strRef>
              <c:f>'# Out FF'!$V$2</c:f>
              <c:strCache>
                <c:ptCount val="1"/>
                <c:pt idx="0">
                  <c:v>Run 8</c:v>
                </c:pt>
              </c:strCache>
            </c:strRef>
          </c:tx>
          <c:spPr>
            <a:ln w="19050" cap="rnd">
              <a:solidFill>
                <a:schemeClr val="accent3">
                  <a:tint val="77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FF'!$V$3:$V$200</c:f>
              <c:numCache>
                <c:formatCode>General</c:formatCode>
                <c:ptCount val="198"/>
                <c:pt idx="0">
                  <c:v>1</c:v>
                </c:pt>
                <c:pt idx="1">
                  <c:v>0.999</c:v>
                </c:pt>
                <c:pt idx="2">
                  <c:v>0.998</c:v>
                </c:pt>
                <c:pt idx="3">
                  <c:v>0.999</c:v>
                </c:pt>
                <c:pt idx="4">
                  <c:v>0.78400000000000003</c:v>
                </c:pt>
                <c:pt idx="5">
                  <c:v>0.76200000000000001</c:v>
                </c:pt>
                <c:pt idx="6">
                  <c:v>0.76900000000000002</c:v>
                </c:pt>
                <c:pt idx="7">
                  <c:v>0.67200000000000004</c:v>
                </c:pt>
                <c:pt idx="8">
                  <c:v>0.69099999999999995</c:v>
                </c:pt>
                <c:pt idx="9">
                  <c:v>0.46</c:v>
                </c:pt>
                <c:pt idx="10">
                  <c:v>0.45800000000000002</c:v>
                </c:pt>
                <c:pt idx="11">
                  <c:v>0.46</c:v>
                </c:pt>
                <c:pt idx="12">
                  <c:v>0.74099999999999999</c:v>
                </c:pt>
                <c:pt idx="13">
                  <c:v>0.67700000000000005</c:v>
                </c:pt>
                <c:pt idx="14">
                  <c:v>0.51800000000000002</c:v>
                </c:pt>
                <c:pt idx="15">
                  <c:v>0.72499999999999998</c:v>
                </c:pt>
                <c:pt idx="16">
                  <c:v>0.77400000000000002</c:v>
                </c:pt>
                <c:pt idx="17">
                  <c:v>0.53</c:v>
                </c:pt>
                <c:pt idx="18">
                  <c:v>0.78200000000000003</c:v>
                </c:pt>
                <c:pt idx="19">
                  <c:v>0.76500000000000001</c:v>
                </c:pt>
                <c:pt idx="20">
                  <c:v>0.53300000000000003</c:v>
                </c:pt>
                <c:pt idx="21">
                  <c:v>0.78400000000000003</c:v>
                </c:pt>
                <c:pt idx="22">
                  <c:v>0.76700000000000002</c:v>
                </c:pt>
                <c:pt idx="23">
                  <c:v>0.77900000000000003</c:v>
                </c:pt>
                <c:pt idx="24">
                  <c:v>0.79400000000000004</c:v>
                </c:pt>
                <c:pt idx="25">
                  <c:v>0.77500000000000002</c:v>
                </c:pt>
                <c:pt idx="26">
                  <c:v>0.78200000000000003</c:v>
                </c:pt>
                <c:pt idx="27">
                  <c:v>0.77200000000000002</c:v>
                </c:pt>
                <c:pt idx="28">
                  <c:v>0.77100000000000002</c:v>
                </c:pt>
                <c:pt idx="29">
                  <c:v>0.996</c:v>
                </c:pt>
                <c:pt idx="30">
                  <c:v>0.79200000000000004</c:v>
                </c:pt>
                <c:pt idx="31">
                  <c:v>0.80800000000000005</c:v>
                </c:pt>
                <c:pt idx="32">
                  <c:v>0.995</c:v>
                </c:pt>
                <c:pt idx="33">
                  <c:v>0.54300000000000004</c:v>
                </c:pt>
                <c:pt idx="34">
                  <c:v>0.53600000000000003</c:v>
                </c:pt>
                <c:pt idx="35">
                  <c:v>0.72499999999999998</c:v>
                </c:pt>
                <c:pt idx="36">
                  <c:v>0.47499999999999998</c:v>
                </c:pt>
                <c:pt idx="37">
                  <c:v>0.77100000000000002</c:v>
                </c:pt>
                <c:pt idx="38">
                  <c:v>0.66600000000000004</c:v>
                </c:pt>
                <c:pt idx="39">
                  <c:v>0.67300000000000004</c:v>
                </c:pt>
                <c:pt idx="40">
                  <c:v>0.77600000000000002</c:v>
                </c:pt>
                <c:pt idx="41">
                  <c:v>0.52100000000000002</c:v>
                </c:pt>
                <c:pt idx="42">
                  <c:v>0.77800000000000002</c:v>
                </c:pt>
                <c:pt idx="43">
                  <c:v>0.77100000000000002</c:v>
                </c:pt>
                <c:pt idx="44">
                  <c:v>0.86699999999999999</c:v>
                </c:pt>
                <c:pt idx="45">
                  <c:v>0.75700000000000001</c:v>
                </c:pt>
                <c:pt idx="46">
                  <c:v>0.71299999999999997</c:v>
                </c:pt>
                <c:pt idx="47">
                  <c:v>0.68300000000000005</c:v>
                </c:pt>
                <c:pt idx="48">
                  <c:v>0.68400000000000005</c:v>
                </c:pt>
                <c:pt idx="49">
                  <c:v>0.67800000000000005</c:v>
                </c:pt>
                <c:pt idx="50">
                  <c:v>0.69699999999999995</c:v>
                </c:pt>
                <c:pt idx="51">
                  <c:v>0.85199999999999998</c:v>
                </c:pt>
                <c:pt idx="52">
                  <c:v>0.66100000000000003</c:v>
                </c:pt>
                <c:pt idx="53">
                  <c:v>0.85899999999999999</c:v>
                </c:pt>
                <c:pt idx="54">
                  <c:v>0.67700000000000005</c:v>
                </c:pt>
                <c:pt idx="55">
                  <c:v>0.46200000000000002</c:v>
                </c:pt>
                <c:pt idx="56">
                  <c:v>0.84299999999999997</c:v>
                </c:pt>
                <c:pt idx="57">
                  <c:v>0.36</c:v>
                </c:pt>
                <c:pt idx="58">
                  <c:v>0.68</c:v>
                </c:pt>
                <c:pt idx="59">
                  <c:v>0.76600000000000001</c:v>
                </c:pt>
                <c:pt idx="60">
                  <c:v>0.76</c:v>
                </c:pt>
                <c:pt idx="61">
                  <c:v>0.79100000000000004</c:v>
                </c:pt>
                <c:pt idx="62">
                  <c:v>0.79200000000000004</c:v>
                </c:pt>
                <c:pt idx="63">
                  <c:v>0.99399999999999999</c:v>
                </c:pt>
                <c:pt idx="64">
                  <c:v>0.998</c:v>
                </c:pt>
                <c:pt idx="65">
                  <c:v>0.998</c:v>
                </c:pt>
                <c:pt idx="66">
                  <c:v>0.999</c:v>
                </c:pt>
                <c:pt idx="67">
                  <c:v>0.997</c:v>
                </c:pt>
                <c:pt idx="68">
                  <c:v>0.78300000000000003</c:v>
                </c:pt>
                <c:pt idx="69">
                  <c:v>0.996</c:v>
                </c:pt>
                <c:pt idx="70">
                  <c:v>0.79400000000000004</c:v>
                </c:pt>
                <c:pt idx="71">
                  <c:v>0.78800000000000003</c:v>
                </c:pt>
                <c:pt idx="72">
                  <c:v>0.80800000000000005</c:v>
                </c:pt>
                <c:pt idx="73">
                  <c:v>0.53700000000000003</c:v>
                </c:pt>
                <c:pt idx="74">
                  <c:v>0.78200000000000003</c:v>
                </c:pt>
                <c:pt idx="75">
                  <c:v>0.995</c:v>
                </c:pt>
                <c:pt idx="76">
                  <c:v>0.78800000000000003</c:v>
                </c:pt>
                <c:pt idx="77">
                  <c:v>0.998</c:v>
                </c:pt>
                <c:pt idx="78">
                  <c:v>0.77600000000000002</c:v>
                </c:pt>
                <c:pt idx="79">
                  <c:v>0.70899999999999996</c:v>
                </c:pt>
                <c:pt idx="80">
                  <c:v>0.76100000000000001</c:v>
                </c:pt>
                <c:pt idx="81">
                  <c:v>0.46600000000000003</c:v>
                </c:pt>
                <c:pt idx="82">
                  <c:v>0.72899999999999998</c:v>
                </c:pt>
                <c:pt idx="83">
                  <c:v>0.78700000000000003</c:v>
                </c:pt>
                <c:pt idx="84">
                  <c:v>0.79100000000000004</c:v>
                </c:pt>
                <c:pt idx="85">
                  <c:v>0.80100000000000005</c:v>
                </c:pt>
                <c:pt idx="86">
                  <c:v>0.79900000000000004</c:v>
                </c:pt>
                <c:pt idx="87">
                  <c:v>0.997</c:v>
                </c:pt>
                <c:pt idx="88">
                  <c:v>0.80700000000000005</c:v>
                </c:pt>
                <c:pt idx="89">
                  <c:v>0.80700000000000005</c:v>
                </c:pt>
                <c:pt idx="90">
                  <c:v>0.996</c:v>
                </c:pt>
                <c:pt idx="91">
                  <c:v>0.79200000000000004</c:v>
                </c:pt>
                <c:pt idx="92">
                  <c:v>0.80900000000000005</c:v>
                </c:pt>
                <c:pt idx="93">
                  <c:v>0.996</c:v>
                </c:pt>
                <c:pt idx="94">
                  <c:v>0.69499999999999995</c:v>
                </c:pt>
                <c:pt idx="95">
                  <c:v>0.81399999999999995</c:v>
                </c:pt>
                <c:pt idx="96">
                  <c:v>0.78500000000000003</c:v>
                </c:pt>
                <c:pt idx="97">
                  <c:v>0.77400000000000002</c:v>
                </c:pt>
                <c:pt idx="98">
                  <c:v>0.79600000000000004</c:v>
                </c:pt>
                <c:pt idx="99">
                  <c:v>0.78300000000000003</c:v>
                </c:pt>
                <c:pt idx="100">
                  <c:v>0.80200000000000005</c:v>
                </c:pt>
                <c:pt idx="101">
                  <c:v>0.78700000000000003</c:v>
                </c:pt>
                <c:pt idx="102">
                  <c:v>0.80100000000000005</c:v>
                </c:pt>
                <c:pt idx="103">
                  <c:v>0.78600000000000003</c:v>
                </c:pt>
                <c:pt idx="104">
                  <c:v>0.80500000000000005</c:v>
                </c:pt>
                <c:pt idx="105">
                  <c:v>0.997</c:v>
                </c:pt>
                <c:pt idx="106">
                  <c:v>0.999</c:v>
                </c:pt>
                <c:pt idx="107">
                  <c:v>1</c:v>
                </c:pt>
                <c:pt idx="108">
                  <c:v>0.998</c:v>
                </c:pt>
                <c:pt idx="109">
                  <c:v>0.78900000000000003</c:v>
                </c:pt>
                <c:pt idx="110">
                  <c:v>0.81100000000000005</c:v>
                </c:pt>
                <c:pt idx="111">
                  <c:v>0.80700000000000005</c:v>
                </c:pt>
                <c:pt idx="112">
                  <c:v>0.79900000000000004</c:v>
                </c:pt>
                <c:pt idx="113">
                  <c:v>0.80300000000000005</c:v>
                </c:pt>
                <c:pt idx="114">
                  <c:v>0.997</c:v>
                </c:pt>
                <c:pt idx="115">
                  <c:v>0.999</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7-A4D2-4BB9-8437-15A4216471CF}"/>
            </c:ext>
          </c:extLst>
        </c:ser>
        <c:ser>
          <c:idx val="8"/>
          <c:order val="8"/>
          <c:tx>
            <c:strRef>
              <c:f>'# Out FF'!$W$2</c:f>
              <c:strCache>
                <c:ptCount val="1"/>
                <c:pt idx="0">
                  <c:v>Run 9</c:v>
                </c:pt>
              </c:strCache>
            </c:strRef>
          </c:tx>
          <c:spPr>
            <a:ln w="19050" cap="rnd">
              <a:solidFill>
                <a:schemeClr val="accent3">
                  <a:tint val="65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FF'!$W$3:$W$200</c:f>
              <c:numCache>
                <c:formatCode>General</c:formatCode>
                <c:ptCount val="198"/>
                <c:pt idx="0">
                  <c:v>1</c:v>
                </c:pt>
                <c:pt idx="1">
                  <c:v>0.996</c:v>
                </c:pt>
                <c:pt idx="2">
                  <c:v>0.997</c:v>
                </c:pt>
                <c:pt idx="3">
                  <c:v>0.995</c:v>
                </c:pt>
                <c:pt idx="4">
                  <c:v>0.78300000000000003</c:v>
                </c:pt>
                <c:pt idx="5">
                  <c:v>0.77200000000000002</c:v>
                </c:pt>
                <c:pt idx="6">
                  <c:v>0.77800000000000002</c:v>
                </c:pt>
                <c:pt idx="7">
                  <c:v>0.57099999999999995</c:v>
                </c:pt>
                <c:pt idx="8">
                  <c:v>0.78800000000000003</c:v>
                </c:pt>
                <c:pt idx="9">
                  <c:v>0.80400000000000005</c:v>
                </c:pt>
                <c:pt idx="10">
                  <c:v>0.75700000000000001</c:v>
                </c:pt>
                <c:pt idx="11">
                  <c:v>0.75600000000000001</c:v>
                </c:pt>
                <c:pt idx="12">
                  <c:v>0.76300000000000001</c:v>
                </c:pt>
                <c:pt idx="13">
                  <c:v>0.77500000000000002</c:v>
                </c:pt>
                <c:pt idx="14">
                  <c:v>0.749</c:v>
                </c:pt>
                <c:pt idx="15">
                  <c:v>0.55300000000000005</c:v>
                </c:pt>
                <c:pt idx="16">
                  <c:v>0.35699999999999998</c:v>
                </c:pt>
                <c:pt idx="17">
                  <c:v>0.436</c:v>
                </c:pt>
                <c:pt idx="18">
                  <c:v>0.21299999999999999</c:v>
                </c:pt>
                <c:pt idx="19">
                  <c:v>0.56499999999999995</c:v>
                </c:pt>
                <c:pt idx="20">
                  <c:v>0.76700000000000002</c:v>
                </c:pt>
                <c:pt idx="21">
                  <c:v>0.74</c:v>
                </c:pt>
                <c:pt idx="22">
                  <c:v>0.99</c:v>
                </c:pt>
                <c:pt idx="23">
                  <c:v>0.78100000000000003</c:v>
                </c:pt>
                <c:pt idx="24">
                  <c:v>0.79100000000000004</c:v>
                </c:pt>
                <c:pt idx="25">
                  <c:v>0.99399999999999999</c:v>
                </c:pt>
                <c:pt idx="26">
                  <c:v>0.71699999999999997</c:v>
                </c:pt>
                <c:pt idx="27">
                  <c:v>0.72899999999999998</c:v>
                </c:pt>
                <c:pt idx="28">
                  <c:v>0.69799999999999995</c:v>
                </c:pt>
                <c:pt idx="29">
                  <c:v>0.41499999999999998</c:v>
                </c:pt>
                <c:pt idx="30">
                  <c:v>0.69799999999999995</c:v>
                </c:pt>
                <c:pt idx="31">
                  <c:v>0.35299999999999998</c:v>
                </c:pt>
                <c:pt idx="32">
                  <c:v>0.35399999999999998</c:v>
                </c:pt>
                <c:pt idx="33">
                  <c:v>0.54600000000000004</c:v>
                </c:pt>
                <c:pt idx="34">
                  <c:v>0.72199999999999998</c:v>
                </c:pt>
                <c:pt idx="35">
                  <c:v>0.76600000000000001</c:v>
                </c:pt>
                <c:pt idx="36">
                  <c:v>0.99399999999999999</c:v>
                </c:pt>
                <c:pt idx="37">
                  <c:v>0.996</c:v>
                </c:pt>
                <c:pt idx="38">
                  <c:v>0.997</c:v>
                </c:pt>
                <c:pt idx="39">
                  <c:v>0.995</c:v>
                </c:pt>
                <c:pt idx="40">
                  <c:v>0.78800000000000003</c:v>
                </c:pt>
                <c:pt idx="41">
                  <c:v>0.78</c:v>
                </c:pt>
                <c:pt idx="42">
                  <c:v>0.995</c:v>
                </c:pt>
                <c:pt idx="43">
                  <c:v>0.998</c:v>
                </c:pt>
                <c:pt idx="44">
                  <c:v>0.995</c:v>
                </c:pt>
                <c:pt idx="45">
                  <c:v>0.99399999999999999</c:v>
                </c:pt>
                <c:pt idx="46">
                  <c:v>0.80800000000000005</c:v>
                </c:pt>
                <c:pt idx="47">
                  <c:v>0.77</c:v>
                </c:pt>
                <c:pt idx="48">
                  <c:v>0.69099999999999995</c:v>
                </c:pt>
                <c:pt idx="49">
                  <c:v>0.44500000000000001</c:v>
                </c:pt>
                <c:pt idx="50">
                  <c:v>0.44</c:v>
                </c:pt>
                <c:pt idx="51">
                  <c:v>0.432</c:v>
                </c:pt>
                <c:pt idx="52">
                  <c:v>0.56499999999999995</c:v>
                </c:pt>
                <c:pt idx="53">
                  <c:v>0.74399999999999999</c:v>
                </c:pt>
                <c:pt idx="54">
                  <c:v>0.73399999999999999</c:v>
                </c:pt>
                <c:pt idx="55">
                  <c:v>0.755</c:v>
                </c:pt>
                <c:pt idx="56">
                  <c:v>0.77700000000000002</c:v>
                </c:pt>
                <c:pt idx="57">
                  <c:v>0.76200000000000001</c:v>
                </c:pt>
                <c:pt idx="58">
                  <c:v>0.77600000000000002</c:v>
                </c:pt>
                <c:pt idx="59">
                  <c:v>0.77900000000000003</c:v>
                </c:pt>
                <c:pt idx="60">
                  <c:v>0.79200000000000004</c:v>
                </c:pt>
                <c:pt idx="61">
                  <c:v>0.79</c:v>
                </c:pt>
                <c:pt idx="62">
                  <c:v>0.80800000000000005</c:v>
                </c:pt>
                <c:pt idx="63">
                  <c:v>0.78100000000000003</c:v>
                </c:pt>
                <c:pt idx="64">
                  <c:v>0.78700000000000003</c:v>
                </c:pt>
                <c:pt idx="65">
                  <c:v>0.78</c:v>
                </c:pt>
                <c:pt idx="66">
                  <c:v>0.78500000000000003</c:v>
                </c:pt>
                <c:pt idx="67">
                  <c:v>0.78600000000000003</c:v>
                </c:pt>
                <c:pt idx="68">
                  <c:v>0.99399999999999999</c:v>
                </c:pt>
                <c:pt idx="69">
                  <c:v>0.997</c:v>
                </c:pt>
                <c:pt idx="70">
                  <c:v>0.998</c:v>
                </c:pt>
                <c:pt idx="71">
                  <c:v>0.998</c:v>
                </c:pt>
                <c:pt idx="72">
                  <c:v>0.77400000000000002</c:v>
                </c:pt>
                <c:pt idx="73">
                  <c:v>0.99399999999999999</c:v>
                </c:pt>
                <c:pt idx="74">
                  <c:v>0.99299999999999999</c:v>
                </c:pt>
                <c:pt idx="75">
                  <c:v>0.79</c:v>
                </c:pt>
                <c:pt idx="76">
                  <c:v>0.99399999999999999</c:v>
                </c:pt>
                <c:pt idx="77">
                  <c:v>0.99399999999999999</c:v>
                </c:pt>
                <c:pt idx="78">
                  <c:v>0.78300000000000003</c:v>
                </c:pt>
                <c:pt idx="79">
                  <c:v>0.995</c:v>
                </c:pt>
                <c:pt idx="80">
                  <c:v>0.79200000000000004</c:v>
                </c:pt>
                <c:pt idx="81">
                  <c:v>0.995</c:v>
                </c:pt>
                <c:pt idx="82">
                  <c:v>0.995</c:v>
                </c:pt>
                <c:pt idx="83">
                  <c:v>0.78200000000000003</c:v>
                </c:pt>
                <c:pt idx="84">
                  <c:v>0.78300000000000003</c:v>
                </c:pt>
                <c:pt idx="85">
                  <c:v>0.78800000000000003</c:v>
                </c:pt>
                <c:pt idx="86">
                  <c:v>0.76500000000000001</c:v>
                </c:pt>
                <c:pt idx="87">
                  <c:v>0.76400000000000001</c:v>
                </c:pt>
                <c:pt idx="88">
                  <c:v>0.78300000000000003</c:v>
                </c:pt>
                <c:pt idx="89">
                  <c:v>0.78200000000000003</c:v>
                </c:pt>
                <c:pt idx="90">
                  <c:v>0.997</c:v>
                </c:pt>
                <c:pt idx="91">
                  <c:v>0.78500000000000003</c:v>
                </c:pt>
                <c:pt idx="92">
                  <c:v>0.78700000000000003</c:v>
                </c:pt>
                <c:pt idx="93">
                  <c:v>0.995</c:v>
                </c:pt>
                <c:pt idx="94">
                  <c:v>0.78600000000000003</c:v>
                </c:pt>
                <c:pt idx="95">
                  <c:v>0.78200000000000003</c:v>
                </c:pt>
                <c:pt idx="96">
                  <c:v>0.77500000000000002</c:v>
                </c:pt>
                <c:pt idx="97">
                  <c:v>0.79200000000000004</c:v>
                </c:pt>
                <c:pt idx="98">
                  <c:v>0.78500000000000003</c:v>
                </c:pt>
                <c:pt idx="99">
                  <c:v>0.996</c:v>
                </c:pt>
                <c:pt idx="100">
                  <c:v>0.996</c:v>
                </c:pt>
                <c:pt idx="101">
                  <c:v>0.995</c:v>
                </c:pt>
                <c:pt idx="102">
                  <c:v>0.996</c:v>
                </c:pt>
                <c:pt idx="103">
                  <c:v>0.79500000000000004</c:v>
                </c:pt>
                <c:pt idx="104">
                  <c:v>0.78</c:v>
                </c:pt>
                <c:pt idx="105">
                  <c:v>0.99299999999999999</c:v>
                </c:pt>
                <c:pt idx="106">
                  <c:v>0.996</c:v>
                </c:pt>
                <c:pt idx="107">
                  <c:v>0.996</c:v>
                </c:pt>
                <c:pt idx="108">
                  <c:v>0.996</c:v>
                </c:pt>
                <c:pt idx="109">
                  <c:v>0.79300000000000004</c:v>
                </c:pt>
                <c:pt idx="110">
                  <c:v>0.78700000000000003</c:v>
                </c:pt>
                <c:pt idx="111">
                  <c:v>0.997</c:v>
                </c:pt>
                <c:pt idx="112">
                  <c:v>0.76600000000000001</c:v>
                </c:pt>
                <c:pt idx="113">
                  <c:v>0.78500000000000003</c:v>
                </c:pt>
                <c:pt idx="114">
                  <c:v>0.99399999999999999</c:v>
                </c:pt>
                <c:pt idx="115">
                  <c:v>0.78700000000000003</c:v>
                </c:pt>
                <c:pt idx="116">
                  <c:v>0.78300000000000003</c:v>
                </c:pt>
                <c:pt idx="117">
                  <c:v>0.77200000000000002</c:v>
                </c:pt>
                <c:pt idx="118">
                  <c:v>0.71699999999999997</c:v>
                </c:pt>
                <c:pt idx="119">
                  <c:v>0.76900000000000002</c:v>
                </c:pt>
                <c:pt idx="120">
                  <c:v>0.77200000000000002</c:v>
                </c:pt>
                <c:pt idx="121">
                  <c:v>0.78</c:v>
                </c:pt>
                <c:pt idx="122">
                  <c:v>0.78400000000000003</c:v>
                </c:pt>
                <c:pt idx="123">
                  <c:v>0.75800000000000001</c:v>
                </c:pt>
                <c:pt idx="124">
                  <c:v>0.78600000000000003</c:v>
                </c:pt>
                <c:pt idx="125">
                  <c:v>0.80600000000000005</c:v>
                </c:pt>
                <c:pt idx="126">
                  <c:v>0.76</c:v>
                </c:pt>
                <c:pt idx="127">
                  <c:v>0.55700000000000005</c:v>
                </c:pt>
                <c:pt idx="128">
                  <c:v>0.76</c:v>
                </c:pt>
                <c:pt idx="129">
                  <c:v>0.78</c:v>
                </c:pt>
                <c:pt idx="130">
                  <c:v>0.99299999999999999</c:v>
                </c:pt>
                <c:pt idx="131">
                  <c:v>0.997</c:v>
                </c:pt>
                <c:pt idx="132">
                  <c:v>0.997</c:v>
                </c:pt>
                <c:pt idx="133">
                  <c:v>0.997</c:v>
                </c:pt>
                <c:pt idx="134">
                  <c:v>0.995</c:v>
                </c:pt>
                <c:pt idx="135">
                  <c:v>0.78600000000000003</c:v>
                </c:pt>
                <c:pt idx="136">
                  <c:v>0.78900000000000003</c:v>
                </c:pt>
                <c:pt idx="137">
                  <c:v>0.78200000000000003</c:v>
                </c:pt>
                <c:pt idx="138">
                  <c:v>0.76200000000000001</c:v>
                </c:pt>
                <c:pt idx="139">
                  <c:v>0.99199999999999999</c:v>
                </c:pt>
                <c:pt idx="140">
                  <c:v>0.995</c:v>
                </c:pt>
                <c:pt idx="141">
                  <c:v>0.995</c:v>
                </c:pt>
                <c:pt idx="142">
                  <c:v>0.996</c:v>
                </c:pt>
                <c:pt idx="143">
                  <c:v>0.996</c:v>
                </c:pt>
                <c:pt idx="144">
                  <c:v>0.78600000000000003</c:v>
                </c:pt>
                <c:pt idx="145">
                  <c:v>0.79300000000000004</c:v>
                </c:pt>
                <c:pt idx="146">
                  <c:v>0.77200000000000002</c:v>
                </c:pt>
                <c:pt idx="147">
                  <c:v>0.56999999999999995</c:v>
                </c:pt>
                <c:pt idx="148">
                  <c:v>0.80500000000000005</c:v>
                </c:pt>
                <c:pt idx="149">
                  <c:v>0.79400000000000004</c:v>
                </c:pt>
                <c:pt idx="150">
                  <c:v>0.56499999999999995</c:v>
                </c:pt>
                <c:pt idx="151">
                  <c:v>0.76200000000000001</c:v>
                </c:pt>
                <c:pt idx="152">
                  <c:v>0.80600000000000005</c:v>
                </c:pt>
                <c:pt idx="153">
                  <c:v>0.98899999999999999</c:v>
                </c:pt>
                <c:pt idx="154">
                  <c:v>0.80100000000000005</c:v>
                </c:pt>
                <c:pt idx="155">
                  <c:v>0.995</c:v>
                </c:pt>
                <c:pt idx="156">
                  <c:v>0.78500000000000003</c:v>
                </c:pt>
                <c:pt idx="157">
                  <c:v>0.78400000000000003</c:v>
                </c:pt>
                <c:pt idx="158">
                  <c:v>0.79100000000000004</c:v>
                </c:pt>
                <c:pt idx="159">
                  <c:v>0.995</c:v>
                </c:pt>
                <c:pt idx="160">
                  <c:v>0.996</c:v>
                </c:pt>
                <c:pt idx="161">
                  <c:v>0.996</c:v>
                </c:pt>
                <c:pt idx="162">
                  <c:v>0.996</c:v>
                </c:pt>
                <c:pt idx="163">
                  <c:v>0.997</c:v>
                </c:pt>
                <c:pt idx="164">
                  <c:v>0.79200000000000004</c:v>
                </c:pt>
                <c:pt idx="165">
                  <c:v>0.995</c:v>
                </c:pt>
                <c:pt idx="166">
                  <c:v>0.78300000000000003</c:v>
                </c:pt>
                <c:pt idx="167">
                  <c:v>0.76600000000000001</c:v>
                </c:pt>
                <c:pt idx="168">
                  <c:v>0.76600000000000001</c:v>
                </c:pt>
                <c:pt idx="169">
                  <c:v>0.748</c:v>
                </c:pt>
                <c:pt idx="170">
                  <c:v>0.73599999999999999</c:v>
                </c:pt>
                <c:pt idx="171">
                  <c:v>0.79900000000000004</c:v>
                </c:pt>
                <c:pt idx="172">
                  <c:v>0.73899999999999999</c:v>
                </c:pt>
                <c:pt idx="173">
                  <c:v>0.78700000000000003</c:v>
                </c:pt>
                <c:pt idx="174">
                  <c:v>0.99399999999999999</c:v>
                </c:pt>
                <c:pt idx="175">
                  <c:v>0.997</c:v>
                </c:pt>
                <c:pt idx="176">
                  <c:v>0.996</c:v>
                </c:pt>
                <c:pt idx="177">
                  <c:v>0.999</c:v>
                </c:pt>
                <c:pt idx="178">
                  <c:v>0.78600000000000003</c:v>
                </c:pt>
                <c:pt idx="179">
                  <c:v>0.79</c:v>
                </c:pt>
                <c:pt idx="180">
                  <c:v>0.79400000000000004</c:v>
                </c:pt>
                <c:pt idx="181">
                  <c:v>0.78900000000000003</c:v>
                </c:pt>
                <c:pt idx="182">
                  <c:v>0.99299999999999999</c:v>
                </c:pt>
                <c:pt idx="183">
                  <c:v>0.78300000000000003</c:v>
                </c:pt>
                <c:pt idx="184">
                  <c:v>0.79</c:v>
                </c:pt>
                <c:pt idx="185">
                  <c:v>0.99399999999999999</c:v>
                </c:pt>
                <c:pt idx="186">
                  <c:v>0.78800000000000003</c:v>
                </c:pt>
                <c:pt idx="187">
                  <c:v>0.78600000000000003</c:v>
                </c:pt>
                <c:pt idx="188">
                  <c:v>0.77900000000000003</c:v>
                </c:pt>
                <c:pt idx="189">
                  <c:v>0.77200000000000002</c:v>
                </c:pt>
                <c:pt idx="190">
                  <c:v>0.78300000000000003</c:v>
                </c:pt>
                <c:pt idx="191">
                  <c:v>0.78100000000000003</c:v>
                </c:pt>
                <c:pt idx="192">
                  <c:v>0.78700000000000003</c:v>
                </c:pt>
                <c:pt idx="193">
                  <c:v>0.78600000000000003</c:v>
                </c:pt>
                <c:pt idx="194">
                  <c:v>0.79600000000000004</c:v>
                </c:pt>
                <c:pt idx="195">
                  <c:v>0.78800000000000003</c:v>
                </c:pt>
                <c:pt idx="196">
                  <c:v>0.99399999999999999</c:v>
                </c:pt>
                <c:pt idx="197">
                  <c:v>0.996</c:v>
                </c:pt>
              </c:numCache>
            </c:numRef>
          </c:yVal>
          <c:smooth val="0"/>
          <c:extLst>
            <c:ext xmlns:c16="http://schemas.microsoft.com/office/drawing/2014/chart" uri="{C3380CC4-5D6E-409C-BE32-E72D297353CC}">
              <c16:uniqueId val="{00000008-A4D2-4BB9-8437-15A4216471CF}"/>
            </c:ext>
          </c:extLst>
        </c:ser>
        <c:ser>
          <c:idx val="9"/>
          <c:order val="9"/>
          <c:tx>
            <c:strRef>
              <c:f>'# Out FF'!$X$2</c:f>
              <c:strCache>
                <c:ptCount val="1"/>
                <c:pt idx="0">
                  <c:v>Run 10</c:v>
                </c:pt>
              </c:strCache>
            </c:strRef>
          </c:tx>
          <c:spPr>
            <a:ln w="19050" cap="rnd">
              <a:solidFill>
                <a:schemeClr val="accent3">
                  <a:tint val="54000"/>
                </a:schemeClr>
              </a:solidFill>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FF'!$X$3:$X$200</c:f>
              <c:numCache>
                <c:formatCode>General</c:formatCode>
                <c:ptCount val="198"/>
                <c:pt idx="0">
                  <c:v>1</c:v>
                </c:pt>
                <c:pt idx="1">
                  <c:v>0.998</c:v>
                </c:pt>
                <c:pt idx="2">
                  <c:v>0.999</c:v>
                </c:pt>
                <c:pt idx="3">
                  <c:v>0.999</c:v>
                </c:pt>
                <c:pt idx="4">
                  <c:v>0.78800000000000003</c:v>
                </c:pt>
                <c:pt idx="5">
                  <c:v>0.56999999999999995</c:v>
                </c:pt>
                <c:pt idx="6">
                  <c:v>0.752</c:v>
                </c:pt>
                <c:pt idx="7">
                  <c:v>0.55100000000000005</c:v>
                </c:pt>
                <c:pt idx="8">
                  <c:v>0.55600000000000005</c:v>
                </c:pt>
                <c:pt idx="9">
                  <c:v>0.77700000000000002</c:v>
                </c:pt>
                <c:pt idx="10">
                  <c:v>0.79500000000000004</c:v>
                </c:pt>
                <c:pt idx="11">
                  <c:v>0.78600000000000003</c:v>
                </c:pt>
                <c:pt idx="12">
                  <c:v>0.79900000000000004</c:v>
                </c:pt>
                <c:pt idx="13">
                  <c:v>0.79700000000000004</c:v>
                </c:pt>
                <c:pt idx="14">
                  <c:v>0.55900000000000005</c:v>
                </c:pt>
                <c:pt idx="15">
                  <c:v>0.76600000000000001</c:v>
                </c:pt>
                <c:pt idx="16">
                  <c:v>0.56000000000000005</c:v>
                </c:pt>
                <c:pt idx="17">
                  <c:v>0.84299999999999997</c:v>
                </c:pt>
                <c:pt idx="18">
                  <c:v>0.74299999999999999</c:v>
                </c:pt>
                <c:pt idx="19">
                  <c:v>0.67900000000000005</c:v>
                </c:pt>
                <c:pt idx="20">
                  <c:v>0.66300000000000003</c:v>
                </c:pt>
                <c:pt idx="21">
                  <c:v>0.47399999999999998</c:v>
                </c:pt>
                <c:pt idx="22">
                  <c:v>0.46400000000000002</c:v>
                </c:pt>
                <c:pt idx="23">
                  <c:v>0.46899999999999997</c:v>
                </c:pt>
                <c:pt idx="24">
                  <c:v>0.83099999999999996</c:v>
                </c:pt>
                <c:pt idx="25">
                  <c:v>0.745</c:v>
                </c:pt>
                <c:pt idx="26">
                  <c:v>0.76100000000000001</c:v>
                </c:pt>
                <c:pt idx="27">
                  <c:v>0.54600000000000004</c:v>
                </c:pt>
                <c:pt idx="28">
                  <c:v>0.69</c:v>
                </c:pt>
                <c:pt idx="29">
                  <c:v>0.746</c:v>
                </c:pt>
                <c:pt idx="30">
                  <c:v>0.57099999999999995</c:v>
                </c:pt>
                <c:pt idx="31">
                  <c:v>0.55400000000000005</c:v>
                </c:pt>
                <c:pt idx="32">
                  <c:v>0.68</c:v>
                </c:pt>
                <c:pt idx="33">
                  <c:v>0.69199999999999995</c:v>
                </c:pt>
                <c:pt idx="34">
                  <c:v>0.76</c:v>
                </c:pt>
                <c:pt idx="35">
                  <c:v>0.77600000000000002</c:v>
                </c:pt>
                <c:pt idx="36">
                  <c:v>0.75600000000000001</c:v>
                </c:pt>
                <c:pt idx="37">
                  <c:v>0.76</c:v>
                </c:pt>
                <c:pt idx="38">
                  <c:v>0.76600000000000001</c:v>
                </c:pt>
                <c:pt idx="39">
                  <c:v>0.68300000000000005</c:v>
                </c:pt>
                <c:pt idx="40">
                  <c:v>0.54800000000000004</c:v>
                </c:pt>
                <c:pt idx="41">
                  <c:v>0.72</c:v>
                </c:pt>
                <c:pt idx="42">
                  <c:v>0.72699999999999998</c:v>
                </c:pt>
                <c:pt idx="43">
                  <c:v>0.72699999999999998</c:v>
                </c:pt>
                <c:pt idx="44">
                  <c:v>0.78600000000000003</c:v>
                </c:pt>
                <c:pt idx="45">
                  <c:v>0.81100000000000005</c:v>
                </c:pt>
                <c:pt idx="46">
                  <c:v>0.79300000000000004</c:v>
                </c:pt>
                <c:pt idx="47">
                  <c:v>0.78300000000000003</c:v>
                </c:pt>
                <c:pt idx="48">
                  <c:v>0.79200000000000004</c:v>
                </c:pt>
                <c:pt idx="49">
                  <c:v>0.79700000000000004</c:v>
                </c:pt>
                <c:pt idx="50">
                  <c:v>0.8</c:v>
                </c:pt>
                <c:pt idx="51">
                  <c:v>0.79200000000000004</c:v>
                </c:pt>
                <c:pt idx="52">
                  <c:v>0.998</c:v>
                </c:pt>
                <c:pt idx="53">
                  <c:v>0.999</c:v>
                </c:pt>
                <c:pt idx="54">
                  <c:v>0.998</c:v>
                </c:pt>
                <c:pt idx="55">
                  <c:v>0.998</c:v>
                </c:pt>
                <c:pt idx="56">
                  <c:v>0.79700000000000004</c:v>
                </c:pt>
                <c:pt idx="57">
                  <c:v>0.997</c:v>
                </c:pt>
                <c:pt idx="58">
                  <c:v>0.78800000000000003</c:v>
                </c:pt>
                <c:pt idx="59">
                  <c:v>0.76</c:v>
                </c:pt>
                <c:pt idx="60">
                  <c:v>0.78700000000000003</c:v>
                </c:pt>
                <c:pt idx="61">
                  <c:v>0.77800000000000002</c:v>
                </c:pt>
                <c:pt idx="62">
                  <c:v>0.79800000000000004</c:v>
                </c:pt>
                <c:pt idx="63">
                  <c:v>0.55500000000000005</c:v>
                </c:pt>
                <c:pt idx="64">
                  <c:v>0.80200000000000005</c:v>
                </c:pt>
                <c:pt idx="65">
                  <c:v>0.55200000000000005</c:v>
                </c:pt>
                <c:pt idx="66">
                  <c:v>0.79</c:v>
                </c:pt>
                <c:pt idx="67">
                  <c:v>0.8</c:v>
                </c:pt>
                <c:pt idx="68">
                  <c:v>0.749</c:v>
                </c:pt>
                <c:pt idx="69">
                  <c:v>0.78100000000000003</c:v>
                </c:pt>
                <c:pt idx="70">
                  <c:v>0.79</c:v>
                </c:pt>
                <c:pt idx="71">
                  <c:v>0.77100000000000002</c:v>
                </c:pt>
                <c:pt idx="72">
                  <c:v>0.99399999999999999</c:v>
                </c:pt>
                <c:pt idx="73">
                  <c:v>0.78600000000000003</c:v>
                </c:pt>
                <c:pt idx="74">
                  <c:v>0.997</c:v>
                </c:pt>
                <c:pt idx="75">
                  <c:v>0.78600000000000003</c:v>
                </c:pt>
                <c:pt idx="76">
                  <c:v>0.79400000000000004</c:v>
                </c:pt>
                <c:pt idx="77">
                  <c:v>0.78800000000000003</c:v>
                </c:pt>
                <c:pt idx="78">
                  <c:v>0.997</c:v>
                </c:pt>
                <c:pt idx="79">
                  <c:v>0.79400000000000004</c:v>
                </c:pt>
                <c:pt idx="80">
                  <c:v>0.79800000000000004</c:v>
                </c:pt>
                <c:pt idx="81">
                  <c:v>0.78400000000000003</c:v>
                </c:pt>
                <c:pt idx="82">
                  <c:v>0.80200000000000005</c:v>
                </c:pt>
                <c:pt idx="83">
                  <c:v>0.99399999999999999</c:v>
                </c:pt>
                <c:pt idx="84">
                  <c:v>0.78500000000000003</c:v>
                </c:pt>
                <c:pt idx="85">
                  <c:v>0.996</c:v>
                </c:pt>
                <c:pt idx="86">
                  <c:v>0.79600000000000004</c:v>
                </c:pt>
                <c:pt idx="87">
                  <c:v>0.79300000000000004</c:v>
                </c:pt>
                <c:pt idx="88">
                  <c:v>0.79100000000000004</c:v>
                </c:pt>
                <c:pt idx="89">
                  <c:v>0.79500000000000004</c:v>
                </c:pt>
                <c:pt idx="90">
                  <c:v>0.997</c:v>
                </c:pt>
                <c:pt idx="91">
                  <c:v>0.998</c:v>
                </c:pt>
                <c:pt idx="92">
                  <c:v>0.998</c:v>
                </c:pt>
                <c:pt idx="93">
                  <c:v>0.997</c:v>
                </c:pt>
                <c:pt idx="94">
                  <c:v>0.79</c:v>
                </c:pt>
                <c:pt idx="95">
                  <c:v>0.997</c:v>
                </c:pt>
                <c:pt idx="96">
                  <c:v>0.998</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numCache>
            </c:numRef>
          </c:yVal>
          <c:smooth val="0"/>
          <c:extLst>
            <c:ext xmlns:c16="http://schemas.microsoft.com/office/drawing/2014/chart" uri="{C3380CC4-5D6E-409C-BE32-E72D297353CC}">
              <c16:uniqueId val="{00000009-A4D2-4BB9-8437-15A4216471CF}"/>
            </c:ext>
          </c:extLst>
        </c:ser>
        <c:ser>
          <c:idx val="10"/>
          <c:order val="10"/>
          <c:tx>
            <c:strRef>
              <c:f>'# Out FF'!$Y$2</c:f>
              <c:strCache>
                <c:ptCount val="1"/>
                <c:pt idx="0">
                  <c:v>Average</c:v>
                </c:pt>
              </c:strCache>
            </c:strRef>
          </c:tx>
          <c:spPr>
            <a:ln w="28575" cap="rnd">
              <a:solidFill>
                <a:srgbClr val="C00000"/>
              </a:solidFill>
              <a:prstDash val="dash"/>
              <a:round/>
            </a:ln>
            <a:effectLst/>
          </c:spPr>
          <c:marker>
            <c:symbol val="none"/>
          </c:marker>
          <c:xVal>
            <c:numRef>
              <c:f>'# Out FF'!$N$3:$N$200</c:f>
              <c:numCache>
                <c:formatCode>General</c:formatCode>
                <c:ptCount val="198"/>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numCache>
            </c:numRef>
          </c:xVal>
          <c:yVal>
            <c:numRef>
              <c:f>'# Out FF'!$Y$3:$Y$200</c:f>
              <c:numCache>
                <c:formatCode>General</c:formatCode>
                <c:ptCount val="198"/>
                <c:pt idx="0">
                  <c:v>1</c:v>
                </c:pt>
                <c:pt idx="1">
                  <c:v>0.99690000000000001</c:v>
                </c:pt>
                <c:pt idx="2">
                  <c:v>0.99720000000000009</c:v>
                </c:pt>
                <c:pt idx="3">
                  <c:v>0.99729999999999996</c:v>
                </c:pt>
                <c:pt idx="4">
                  <c:v>0.78539999999999999</c:v>
                </c:pt>
                <c:pt idx="5">
                  <c:v>0.80549999999999999</c:v>
                </c:pt>
                <c:pt idx="6">
                  <c:v>0.72089999999999999</c:v>
                </c:pt>
                <c:pt idx="7">
                  <c:v>0.67859999999999998</c:v>
                </c:pt>
                <c:pt idx="8">
                  <c:v>0.66839999999999999</c:v>
                </c:pt>
                <c:pt idx="9">
                  <c:v>0.63170000000000004</c:v>
                </c:pt>
                <c:pt idx="10">
                  <c:v>0.63029999999999997</c:v>
                </c:pt>
                <c:pt idx="11">
                  <c:v>0.58779999999999999</c:v>
                </c:pt>
                <c:pt idx="12">
                  <c:v>0.63479999999999992</c:v>
                </c:pt>
                <c:pt idx="13">
                  <c:v>0.6157999999999999</c:v>
                </c:pt>
                <c:pt idx="14">
                  <c:v>0.58020000000000005</c:v>
                </c:pt>
                <c:pt idx="15">
                  <c:v>0.64610000000000001</c:v>
                </c:pt>
                <c:pt idx="16">
                  <c:v>0.68389999999999995</c:v>
                </c:pt>
                <c:pt idx="17">
                  <c:v>0.69040000000000001</c:v>
                </c:pt>
                <c:pt idx="18">
                  <c:v>0.66879999999999995</c:v>
                </c:pt>
                <c:pt idx="19">
                  <c:v>0.69120000000000004</c:v>
                </c:pt>
                <c:pt idx="20">
                  <c:v>0.70799999999999996</c:v>
                </c:pt>
                <c:pt idx="21">
                  <c:v>0.70840000000000003</c:v>
                </c:pt>
                <c:pt idx="22">
                  <c:v>0.71099999999999997</c:v>
                </c:pt>
                <c:pt idx="23">
                  <c:v>0.64100000000000001</c:v>
                </c:pt>
                <c:pt idx="24">
                  <c:v>0.66739999999999999</c:v>
                </c:pt>
                <c:pt idx="25">
                  <c:v>0.76939999999999997</c:v>
                </c:pt>
                <c:pt idx="26">
                  <c:v>0.72560000000000002</c:v>
                </c:pt>
                <c:pt idx="27">
                  <c:v>0.71639999999999993</c:v>
                </c:pt>
                <c:pt idx="28">
                  <c:v>0.76829999999999998</c:v>
                </c:pt>
                <c:pt idx="29">
                  <c:v>0.67820000000000003</c:v>
                </c:pt>
                <c:pt idx="30">
                  <c:v>0.71879999999999999</c:v>
                </c:pt>
                <c:pt idx="31">
                  <c:v>0.6401</c:v>
                </c:pt>
                <c:pt idx="32">
                  <c:v>0.62990000000000002</c:v>
                </c:pt>
                <c:pt idx="33">
                  <c:v>0.64660000000000006</c:v>
                </c:pt>
                <c:pt idx="34">
                  <c:v>0.74870000000000003</c:v>
                </c:pt>
                <c:pt idx="35">
                  <c:v>0.75390000000000001</c:v>
                </c:pt>
                <c:pt idx="36">
                  <c:v>0.7883</c:v>
                </c:pt>
                <c:pt idx="37">
                  <c:v>0.76039999999999996</c:v>
                </c:pt>
                <c:pt idx="38">
                  <c:v>0.80220000000000002</c:v>
                </c:pt>
                <c:pt idx="39">
                  <c:v>0.74060000000000004</c:v>
                </c:pt>
                <c:pt idx="40">
                  <c:v>0.75060000000000004</c:v>
                </c:pt>
                <c:pt idx="41">
                  <c:v>0.76070000000000004</c:v>
                </c:pt>
                <c:pt idx="42">
                  <c:v>0.75290000000000001</c:v>
                </c:pt>
                <c:pt idx="43">
                  <c:v>0.80359999999999998</c:v>
                </c:pt>
                <c:pt idx="44">
                  <c:v>0.75949999999999995</c:v>
                </c:pt>
                <c:pt idx="45">
                  <c:v>0.77049999999999996</c:v>
                </c:pt>
                <c:pt idx="46">
                  <c:v>0.7631</c:v>
                </c:pt>
                <c:pt idx="47">
                  <c:v>0.77879999999999994</c:v>
                </c:pt>
                <c:pt idx="48">
                  <c:v>0.77579999999999993</c:v>
                </c:pt>
                <c:pt idx="49">
                  <c:v>0.77670000000000006</c:v>
                </c:pt>
                <c:pt idx="50">
                  <c:v>0.75590000000000002</c:v>
                </c:pt>
                <c:pt idx="51">
                  <c:v>0.75379999999999991</c:v>
                </c:pt>
                <c:pt idx="52">
                  <c:v>0.8217000000000001</c:v>
                </c:pt>
                <c:pt idx="53">
                  <c:v>0.81689999999999996</c:v>
                </c:pt>
                <c:pt idx="54">
                  <c:v>0.83260000000000001</c:v>
                </c:pt>
                <c:pt idx="55">
                  <c:v>0.82679999999999998</c:v>
                </c:pt>
                <c:pt idx="56">
                  <c:v>0.77079999999999993</c:v>
                </c:pt>
                <c:pt idx="57">
                  <c:v>0.80289999999999995</c:v>
                </c:pt>
                <c:pt idx="58">
                  <c:v>0.81710000000000005</c:v>
                </c:pt>
                <c:pt idx="59">
                  <c:v>0.75</c:v>
                </c:pt>
                <c:pt idx="60">
                  <c:v>0.80489999999999995</c:v>
                </c:pt>
                <c:pt idx="61">
                  <c:v>0.75249999999999995</c:v>
                </c:pt>
                <c:pt idx="62">
                  <c:v>0.80200000000000005</c:v>
                </c:pt>
                <c:pt idx="63">
                  <c:v>0.8012999999999999</c:v>
                </c:pt>
                <c:pt idx="64">
                  <c:v>0.82099999999999995</c:v>
                </c:pt>
                <c:pt idx="65">
                  <c:v>0.84510000000000007</c:v>
                </c:pt>
                <c:pt idx="66">
                  <c:v>0.87560000000000004</c:v>
                </c:pt>
                <c:pt idx="67">
                  <c:v>0.84729999999999994</c:v>
                </c:pt>
                <c:pt idx="68">
                  <c:v>0.82229999999999992</c:v>
                </c:pt>
                <c:pt idx="69">
                  <c:v>0.79910000000000003</c:v>
                </c:pt>
                <c:pt idx="70">
                  <c:v>0.84660000000000002</c:v>
                </c:pt>
                <c:pt idx="71">
                  <c:v>0.80959999999999999</c:v>
                </c:pt>
                <c:pt idx="72">
                  <c:v>0.82910000000000006</c:v>
                </c:pt>
                <c:pt idx="73">
                  <c:v>0.80710000000000004</c:v>
                </c:pt>
                <c:pt idx="74">
                  <c:v>0.93240000000000001</c:v>
                </c:pt>
                <c:pt idx="75">
                  <c:v>0.89360000000000006</c:v>
                </c:pt>
                <c:pt idx="76">
                  <c:v>0.90560000000000007</c:v>
                </c:pt>
                <c:pt idx="77">
                  <c:v>0.93559999999999999</c:v>
                </c:pt>
                <c:pt idx="78">
                  <c:v>0.8901</c:v>
                </c:pt>
                <c:pt idx="79">
                  <c:v>0.88960000000000006</c:v>
                </c:pt>
                <c:pt idx="80">
                  <c:v>0.89170000000000005</c:v>
                </c:pt>
                <c:pt idx="81">
                  <c:v>0.86029999999999995</c:v>
                </c:pt>
                <c:pt idx="82">
                  <c:v>0.91039999999999999</c:v>
                </c:pt>
                <c:pt idx="83">
                  <c:v>0.91349999999999998</c:v>
                </c:pt>
                <c:pt idx="84">
                  <c:v>0.89339999999999997</c:v>
                </c:pt>
                <c:pt idx="85">
                  <c:v>0.93879999999999997</c:v>
                </c:pt>
                <c:pt idx="86">
                  <c:v>0.93520000000000003</c:v>
                </c:pt>
                <c:pt idx="87">
                  <c:v>0.95479999999999998</c:v>
                </c:pt>
                <c:pt idx="88">
                  <c:v>0.91800000000000004</c:v>
                </c:pt>
                <c:pt idx="89">
                  <c:v>0.91859999999999997</c:v>
                </c:pt>
                <c:pt idx="90">
                  <c:v>0.97760000000000002</c:v>
                </c:pt>
                <c:pt idx="91">
                  <c:v>0.93740000000000001</c:v>
                </c:pt>
                <c:pt idx="92">
                  <c:v>0.93810000000000004</c:v>
                </c:pt>
                <c:pt idx="93">
                  <c:v>0.97839999999999994</c:v>
                </c:pt>
                <c:pt idx="94">
                  <c:v>0.92670000000000008</c:v>
                </c:pt>
                <c:pt idx="95">
                  <c:v>0.95910000000000006</c:v>
                </c:pt>
                <c:pt idx="96">
                  <c:v>0.95569999999999999</c:v>
                </c:pt>
                <c:pt idx="97">
                  <c:v>0.95650000000000002</c:v>
                </c:pt>
                <c:pt idx="98">
                  <c:v>0.93779999999999997</c:v>
                </c:pt>
                <c:pt idx="99">
                  <c:v>0.95669999999999999</c:v>
                </c:pt>
                <c:pt idx="100">
                  <c:v>0.95950000000000002</c:v>
                </c:pt>
                <c:pt idx="101">
                  <c:v>0.95679999999999998</c:v>
                </c:pt>
                <c:pt idx="102">
                  <c:v>0.97929999999999995</c:v>
                </c:pt>
                <c:pt idx="103">
                  <c:v>0.95760000000000001</c:v>
                </c:pt>
                <c:pt idx="104">
                  <c:v>0.95829999999999993</c:v>
                </c:pt>
                <c:pt idx="105">
                  <c:v>0.99860000000000004</c:v>
                </c:pt>
                <c:pt idx="106">
                  <c:v>0.97909999999999997</c:v>
                </c:pt>
                <c:pt idx="107">
                  <c:v>0.97960000000000003</c:v>
                </c:pt>
                <c:pt idx="108">
                  <c:v>0.97939999999999994</c:v>
                </c:pt>
                <c:pt idx="109">
                  <c:v>0.93840000000000001</c:v>
                </c:pt>
                <c:pt idx="110">
                  <c:v>0.94010000000000005</c:v>
                </c:pt>
                <c:pt idx="111">
                  <c:v>0.96099999999999997</c:v>
                </c:pt>
                <c:pt idx="112">
                  <c:v>0.93679999999999997</c:v>
                </c:pt>
                <c:pt idx="113">
                  <c:v>0.93910000000000005</c:v>
                </c:pt>
                <c:pt idx="114">
                  <c:v>0.97689999999999999</c:v>
                </c:pt>
                <c:pt idx="115">
                  <c:v>0.95699999999999996</c:v>
                </c:pt>
                <c:pt idx="116">
                  <c:v>0.95799999999999996</c:v>
                </c:pt>
                <c:pt idx="117">
                  <c:v>0.93200000000000005</c:v>
                </c:pt>
                <c:pt idx="118">
                  <c:v>0.95099999999999996</c:v>
                </c:pt>
                <c:pt idx="119">
                  <c:v>0.95729999999999993</c:v>
                </c:pt>
                <c:pt idx="120">
                  <c:v>0.95679999999999998</c:v>
                </c:pt>
                <c:pt idx="121">
                  <c:v>0.95740000000000003</c:v>
                </c:pt>
                <c:pt idx="122">
                  <c:v>0.97789999999999999</c:v>
                </c:pt>
                <c:pt idx="123">
                  <c:v>0.97560000000000002</c:v>
                </c:pt>
                <c:pt idx="124">
                  <c:v>0.97860000000000003</c:v>
                </c:pt>
                <c:pt idx="125">
                  <c:v>0.98060000000000003</c:v>
                </c:pt>
                <c:pt idx="126">
                  <c:v>0.97599999999999998</c:v>
                </c:pt>
                <c:pt idx="127">
                  <c:v>0.95569999999999999</c:v>
                </c:pt>
                <c:pt idx="128">
                  <c:v>0.97599999999999998</c:v>
                </c:pt>
                <c:pt idx="129">
                  <c:v>0.97799999999999998</c:v>
                </c:pt>
                <c:pt idx="130">
                  <c:v>0.99929999999999997</c:v>
                </c:pt>
                <c:pt idx="131">
                  <c:v>0.99970000000000003</c:v>
                </c:pt>
                <c:pt idx="132">
                  <c:v>0.99970000000000003</c:v>
                </c:pt>
                <c:pt idx="133">
                  <c:v>0.99970000000000003</c:v>
                </c:pt>
                <c:pt idx="134">
                  <c:v>0.99950000000000006</c:v>
                </c:pt>
                <c:pt idx="135">
                  <c:v>0.97860000000000003</c:v>
                </c:pt>
                <c:pt idx="136">
                  <c:v>0.97889999999999999</c:v>
                </c:pt>
                <c:pt idx="137">
                  <c:v>0.97820000000000007</c:v>
                </c:pt>
                <c:pt idx="138">
                  <c:v>0.97620000000000007</c:v>
                </c:pt>
                <c:pt idx="139">
                  <c:v>0.99920000000000009</c:v>
                </c:pt>
                <c:pt idx="140">
                  <c:v>0.99950000000000006</c:v>
                </c:pt>
                <c:pt idx="141">
                  <c:v>0.99950000000000006</c:v>
                </c:pt>
                <c:pt idx="142">
                  <c:v>0.99960000000000004</c:v>
                </c:pt>
                <c:pt idx="143">
                  <c:v>0.99960000000000004</c:v>
                </c:pt>
                <c:pt idx="144">
                  <c:v>0.97860000000000003</c:v>
                </c:pt>
                <c:pt idx="145">
                  <c:v>0.97929999999999995</c:v>
                </c:pt>
                <c:pt idx="146">
                  <c:v>0.97720000000000007</c:v>
                </c:pt>
                <c:pt idx="147">
                  <c:v>0.95699999999999996</c:v>
                </c:pt>
                <c:pt idx="148">
                  <c:v>0.98050000000000004</c:v>
                </c:pt>
                <c:pt idx="149">
                  <c:v>0.97939999999999994</c:v>
                </c:pt>
                <c:pt idx="150">
                  <c:v>0.95650000000000002</c:v>
                </c:pt>
                <c:pt idx="151">
                  <c:v>0.97620000000000007</c:v>
                </c:pt>
                <c:pt idx="152">
                  <c:v>0.98060000000000003</c:v>
                </c:pt>
                <c:pt idx="153">
                  <c:v>0.99890000000000001</c:v>
                </c:pt>
                <c:pt idx="154">
                  <c:v>0.98009999999999997</c:v>
                </c:pt>
                <c:pt idx="155">
                  <c:v>0.99950000000000006</c:v>
                </c:pt>
                <c:pt idx="156">
                  <c:v>0.97850000000000004</c:v>
                </c:pt>
                <c:pt idx="157">
                  <c:v>0.97839999999999994</c:v>
                </c:pt>
                <c:pt idx="158">
                  <c:v>0.97909999999999997</c:v>
                </c:pt>
                <c:pt idx="159">
                  <c:v>0.99950000000000006</c:v>
                </c:pt>
                <c:pt idx="160">
                  <c:v>0.99960000000000004</c:v>
                </c:pt>
                <c:pt idx="161">
                  <c:v>0.99960000000000004</c:v>
                </c:pt>
                <c:pt idx="162">
                  <c:v>0.99960000000000004</c:v>
                </c:pt>
                <c:pt idx="163">
                  <c:v>0.99970000000000003</c:v>
                </c:pt>
                <c:pt idx="164">
                  <c:v>0.97920000000000007</c:v>
                </c:pt>
                <c:pt idx="165">
                  <c:v>0.99950000000000006</c:v>
                </c:pt>
                <c:pt idx="166">
                  <c:v>0.97829999999999995</c:v>
                </c:pt>
                <c:pt idx="167">
                  <c:v>0.97660000000000002</c:v>
                </c:pt>
                <c:pt idx="168">
                  <c:v>0.97660000000000002</c:v>
                </c:pt>
                <c:pt idx="169">
                  <c:v>0.9748</c:v>
                </c:pt>
                <c:pt idx="170">
                  <c:v>0.97360000000000002</c:v>
                </c:pt>
                <c:pt idx="171">
                  <c:v>0.97989999999999999</c:v>
                </c:pt>
                <c:pt idx="172">
                  <c:v>0.97389999999999999</c:v>
                </c:pt>
                <c:pt idx="173">
                  <c:v>0.97870000000000001</c:v>
                </c:pt>
                <c:pt idx="174">
                  <c:v>0.99939999999999996</c:v>
                </c:pt>
                <c:pt idx="175">
                  <c:v>0.99970000000000003</c:v>
                </c:pt>
                <c:pt idx="176">
                  <c:v>0.99960000000000004</c:v>
                </c:pt>
                <c:pt idx="177">
                  <c:v>0.99990000000000001</c:v>
                </c:pt>
                <c:pt idx="178">
                  <c:v>0.97860000000000003</c:v>
                </c:pt>
                <c:pt idx="179">
                  <c:v>0.97899999999999998</c:v>
                </c:pt>
                <c:pt idx="180">
                  <c:v>0.97939999999999994</c:v>
                </c:pt>
                <c:pt idx="181">
                  <c:v>0.97889999999999999</c:v>
                </c:pt>
                <c:pt idx="182">
                  <c:v>0.99929999999999997</c:v>
                </c:pt>
                <c:pt idx="183">
                  <c:v>0.97829999999999995</c:v>
                </c:pt>
                <c:pt idx="184">
                  <c:v>0.97899999999999998</c:v>
                </c:pt>
                <c:pt idx="185">
                  <c:v>0.99939999999999996</c:v>
                </c:pt>
                <c:pt idx="186">
                  <c:v>0.9788</c:v>
                </c:pt>
                <c:pt idx="187">
                  <c:v>0.97860000000000003</c:v>
                </c:pt>
                <c:pt idx="188">
                  <c:v>0.97789999999999999</c:v>
                </c:pt>
                <c:pt idx="189">
                  <c:v>0.97720000000000007</c:v>
                </c:pt>
                <c:pt idx="190">
                  <c:v>0.97829999999999995</c:v>
                </c:pt>
                <c:pt idx="191">
                  <c:v>0.97809999999999997</c:v>
                </c:pt>
                <c:pt idx="192">
                  <c:v>0.97870000000000001</c:v>
                </c:pt>
                <c:pt idx="193">
                  <c:v>0.97860000000000003</c:v>
                </c:pt>
                <c:pt idx="194">
                  <c:v>0.97960000000000003</c:v>
                </c:pt>
                <c:pt idx="195">
                  <c:v>0.9788</c:v>
                </c:pt>
                <c:pt idx="196">
                  <c:v>0.99939999999999996</c:v>
                </c:pt>
                <c:pt idx="197">
                  <c:v>0.99960000000000004</c:v>
                </c:pt>
              </c:numCache>
            </c:numRef>
          </c:yVal>
          <c:smooth val="0"/>
          <c:extLst>
            <c:ext xmlns:c16="http://schemas.microsoft.com/office/drawing/2014/chart" uri="{C3380CC4-5D6E-409C-BE32-E72D297353CC}">
              <c16:uniqueId val="{0000000A-A4D2-4BB9-8437-15A4216471CF}"/>
            </c:ext>
          </c:extLst>
        </c:ser>
        <c:dLbls>
          <c:showLegendKey val="0"/>
          <c:showVal val="0"/>
          <c:showCatName val="0"/>
          <c:showSerName val="0"/>
          <c:showPercent val="0"/>
          <c:showBubbleSize val="0"/>
        </c:dLbls>
        <c:axId val="1077390784"/>
        <c:axId val="1318262624"/>
      </c:scatterChart>
      <c:valAx>
        <c:axId val="1077390784"/>
        <c:scaling>
          <c:orientation val="minMax"/>
          <c:max val="200"/>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8262624"/>
        <c:crosses val="autoZero"/>
        <c:crossBetween val="midCat"/>
      </c:valAx>
      <c:valAx>
        <c:axId val="1318262624"/>
        <c:scaling>
          <c:orientation val="minMax"/>
          <c:max val="1"/>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Mobility </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7390784"/>
        <c:crosses val="autoZero"/>
        <c:crossBetween val="midCat"/>
        <c:majorUnit val="0.2"/>
      </c:valAx>
      <c:spPr>
        <a:noFill/>
        <a:ln>
          <a:solidFill>
            <a:sysClr val="windowText" lastClr="000000"/>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0.11654166651507977"/>
          <c:y val="2.4896265560165973E-2"/>
          <c:w val="0.84719447118224567"/>
          <c:h val="0.84674050598446982"/>
        </c:manualLayout>
      </c:layout>
      <c:scatterChart>
        <c:scatterStyle val="lineMarker"/>
        <c:varyColors val="0"/>
        <c:ser>
          <c:idx val="0"/>
          <c:order val="0"/>
          <c:tx>
            <c:strRef>
              <c:f>'Mobility Curve FF'!$AG$2</c:f>
              <c:strCache>
                <c:ptCount val="1"/>
                <c:pt idx="0">
                  <c:v>Mobility</c:v>
                </c:pt>
              </c:strCache>
            </c:strRef>
          </c:tx>
          <c:spPr>
            <a:ln w="25400" cap="rnd">
              <a:noFill/>
              <a:round/>
            </a:ln>
            <a:effectLst/>
          </c:spPr>
          <c:marker>
            <c:symbol val="circle"/>
            <c:size val="5"/>
            <c:spPr>
              <a:solidFill>
                <a:schemeClr val="accent3"/>
              </a:solidFill>
              <a:ln w="12700">
                <a:solidFill>
                  <a:schemeClr val="accent3"/>
                </a:solidFill>
              </a:ln>
              <a:effectLst/>
            </c:spPr>
          </c:marker>
          <c:trendline>
            <c:spPr>
              <a:ln w="28575" cap="rnd">
                <a:solidFill>
                  <a:srgbClr val="C00000"/>
                </a:solidFill>
                <a:prstDash val="lgDash"/>
              </a:ln>
              <a:effectLst/>
            </c:spPr>
            <c:trendlineType val="exp"/>
            <c:dispRSqr val="1"/>
            <c:dispEq val="1"/>
            <c:trendlineLbl>
              <c:layout>
                <c:manualLayout>
                  <c:x val="4.5992554060890659E-2"/>
                  <c:y val="-0.59574490841938221"/>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'Mobility Curve FF'!$AF$3:$AF$987</c:f>
              <c:numCache>
                <c:formatCode>0.0%</c:formatCode>
                <c:ptCount val="985"/>
                <c:pt idx="0">
                  <c:v>0</c:v>
                </c:pt>
                <c:pt idx="1">
                  <c:v>0</c:v>
                </c:pt>
                <c:pt idx="2">
                  <c:v>0</c:v>
                </c:pt>
                <c:pt idx="3">
                  <c:v>2E-3</c:v>
                </c:pt>
                <c:pt idx="4">
                  <c:v>3.0000000000000001E-3</c:v>
                </c:pt>
                <c:pt idx="5">
                  <c:v>8.9999999999999993E-3</c:v>
                </c:pt>
                <c:pt idx="6">
                  <c:v>8.0000000000000002E-3</c:v>
                </c:pt>
                <c:pt idx="7">
                  <c:v>1.2999999999999999E-2</c:v>
                </c:pt>
                <c:pt idx="8">
                  <c:v>1.4999999999999999E-2</c:v>
                </c:pt>
                <c:pt idx="9">
                  <c:v>0.02</c:v>
                </c:pt>
                <c:pt idx="10">
                  <c:v>1.6E-2</c:v>
                </c:pt>
                <c:pt idx="11">
                  <c:v>1.2999999999999999E-2</c:v>
                </c:pt>
                <c:pt idx="12">
                  <c:v>5.0000000000000001E-3</c:v>
                </c:pt>
                <c:pt idx="13">
                  <c:v>5.0000000000000001E-3</c:v>
                </c:pt>
                <c:pt idx="14">
                  <c:v>4.0000000000000001E-3</c:v>
                </c:pt>
                <c:pt idx="15">
                  <c:v>6.0000000000000001E-3</c:v>
                </c:pt>
                <c:pt idx="16">
                  <c:v>7.0000000000000001E-3</c:v>
                </c:pt>
                <c:pt idx="17">
                  <c:v>8.0000000000000002E-3</c:v>
                </c:pt>
                <c:pt idx="18">
                  <c:v>8.9999999999999993E-3</c:v>
                </c:pt>
                <c:pt idx="19">
                  <c:v>0.01</c:v>
                </c:pt>
                <c:pt idx="20">
                  <c:v>1.2E-2</c:v>
                </c:pt>
                <c:pt idx="21">
                  <c:v>7.0000000000000001E-3</c:v>
                </c:pt>
                <c:pt idx="22">
                  <c:v>1.4999999999999999E-2</c:v>
                </c:pt>
                <c:pt idx="23">
                  <c:v>1.4999999999999999E-2</c:v>
                </c:pt>
                <c:pt idx="24">
                  <c:v>8.0000000000000002E-3</c:v>
                </c:pt>
                <c:pt idx="25">
                  <c:v>6.0000000000000001E-3</c:v>
                </c:pt>
                <c:pt idx="26">
                  <c:v>1E-3</c:v>
                </c:pt>
                <c:pt idx="27">
                  <c:v>0</c:v>
                </c:pt>
                <c:pt idx="28">
                  <c:v>2E-3</c:v>
                </c:pt>
                <c:pt idx="29">
                  <c:v>0</c:v>
                </c:pt>
                <c:pt idx="30">
                  <c:v>1E-3</c:v>
                </c:pt>
                <c:pt idx="31">
                  <c:v>5.0000000000000001E-3</c:v>
                </c:pt>
                <c:pt idx="32">
                  <c:v>6.0000000000000001E-3</c:v>
                </c:pt>
                <c:pt idx="33">
                  <c:v>7.0000000000000001E-3</c:v>
                </c:pt>
                <c:pt idx="34">
                  <c:v>3.0000000000000001E-3</c:v>
                </c:pt>
                <c:pt idx="35">
                  <c:v>2E-3</c:v>
                </c:pt>
                <c:pt idx="36">
                  <c:v>4.0000000000000001E-3</c:v>
                </c:pt>
                <c:pt idx="37">
                  <c:v>2E-3</c:v>
                </c:pt>
                <c:pt idx="38">
                  <c:v>2E-3</c:v>
                </c:pt>
                <c:pt idx="39">
                  <c:v>4.0000000000000001E-3</c:v>
                </c:pt>
                <c:pt idx="40">
                  <c:v>1E-3</c:v>
                </c:pt>
                <c:pt idx="41">
                  <c:v>3.0000000000000001E-3</c:v>
                </c:pt>
                <c:pt idx="42">
                  <c:v>3.0000000000000001E-3</c:v>
                </c:pt>
                <c:pt idx="43">
                  <c:v>4.0000000000000001E-3</c:v>
                </c:pt>
                <c:pt idx="44">
                  <c:v>2E-3</c:v>
                </c:pt>
                <c:pt idx="45">
                  <c:v>1E-3</c:v>
                </c:pt>
                <c:pt idx="46">
                  <c:v>0</c:v>
                </c:pt>
                <c:pt idx="47">
                  <c:v>0</c:v>
                </c:pt>
                <c:pt idx="48">
                  <c:v>0</c:v>
                </c:pt>
                <c:pt idx="49">
                  <c:v>1E-3</c:v>
                </c:pt>
                <c:pt idx="50">
                  <c:v>2E-3</c:v>
                </c:pt>
                <c:pt idx="51">
                  <c:v>6.0000000000000001E-3</c:v>
                </c:pt>
                <c:pt idx="52">
                  <c:v>6.0000000000000001E-3</c:v>
                </c:pt>
                <c:pt idx="53">
                  <c:v>5.0000000000000001E-3</c:v>
                </c:pt>
                <c:pt idx="54">
                  <c:v>6.0000000000000001E-3</c:v>
                </c:pt>
                <c:pt idx="55">
                  <c:v>5.0000000000000001E-3</c:v>
                </c:pt>
                <c:pt idx="56">
                  <c:v>7.0000000000000001E-3</c:v>
                </c:pt>
                <c:pt idx="57">
                  <c:v>1E-3</c:v>
                </c:pt>
                <c:pt idx="58">
                  <c:v>4.0000000000000001E-3</c:v>
                </c:pt>
                <c:pt idx="59">
                  <c:v>0</c:v>
                </c:pt>
                <c:pt idx="60">
                  <c:v>2E-3</c:v>
                </c:pt>
                <c:pt idx="61">
                  <c:v>2E-3</c:v>
                </c:pt>
                <c:pt idx="62">
                  <c:v>1E-3</c:v>
                </c:pt>
                <c:pt idx="63">
                  <c:v>6.0000000000000001E-3</c:v>
                </c:pt>
                <c:pt idx="64">
                  <c:v>2E-3</c:v>
                </c:pt>
                <c:pt idx="65">
                  <c:v>2E-3</c:v>
                </c:pt>
                <c:pt idx="66">
                  <c:v>2E-3</c:v>
                </c:pt>
                <c:pt idx="67">
                  <c:v>3.0000000000000001E-3</c:v>
                </c:pt>
                <c:pt idx="68">
                  <c:v>5.0000000000000001E-3</c:v>
                </c:pt>
                <c:pt idx="69">
                  <c:v>4.0000000000000001E-3</c:v>
                </c:pt>
                <c:pt idx="70">
                  <c:v>1E-3</c:v>
                </c:pt>
                <c:pt idx="71">
                  <c:v>2E-3</c:v>
                </c:pt>
                <c:pt idx="72">
                  <c:v>1E-3</c:v>
                </c:pt>
                <c:pt idx="73">
                  <c:v>0</c:v>
                </c:pt>
                <c:pt idx="74">
                  <c:v>0</c:v>
                </c:pt>
                <c:pt idx="75">
                  <c:v>0</c:v>
                </c:pt>
                <c:pt idx="76">
                  <c:v>0</c:v>
                </c:pt>
                <c:pt idx="77">
                  <c:v>0</c:v>
                </c:pt>
                <c:pt idx="78">
                  <c:v>0</c:v>
                </c:pt>
                <c:pt idx="79">
                  <c:v>2E-3</c:v>
                </c:pt>
                <c:pt idx="80">
                  <c:v>1E-3</c:v>
                </c:pt>
                <c:pt idx="81">
                  <c:v>4.0000000000000001E-3</c:v>
                </c:pt>
                <c:pt idx="82">
                  <c:v>0.01</c:v>
                </c:pt>
                <c:pt idx="83">
                  <c:v>1.6E-2</c:v>
                </c:pt>
                <c:pt idx="84">
                  <c:v>1.4999999999999999E-2</c:v>
                </c:pt>
                <c:pt idx="85">
                  <c:v>1.7999999999999999E-2</c:v>
                </c:pt>
                <c:pt idx="86">
                  <c:v>2.5999999999999999E-2</c:v>
                </c:pt>
                <c:pt idx="87">
                  <c:v>7.0000000000000001E-3</c:v>
                </c:pt>
                <c:pt idx="88">
                  <c:v>4.0000000000000001E-3</c:v>
                </c:pt>
                <c:pt idx="89">
                  <c:v>4.0000000000000001E-3</c:v>
                </c:pt>
                <c:pt idx="90">
                  <c:v>2E-3</c:v>
                </c:pt>
                <c:pt idx="91">
                  <c:v>2E-3</c:v>
                </c:pt>
                <c:pt idx="92">
                  <c:v>6.0000000000000001E-3</c:v>
                </c:pt>
                <c:pt idx="93">
                  <c:v>5.0000000000000001E-3</c:v>
                </c:pt>
                <c:pt idx="94">
                  <c:v>5.0000000000000001E-3</c:v>
                </c:pt>
                <c:pt idx="95">
                  <c:v>8.9999999999999993E-3</c:v>
                </c:pt>
                <c:pt idx="96">
                  <c:v>8.9999999999999993E-3</c:v>
                </c:pt>
                <c:pt idx="97">
                  <c:v>8.0000000000000002E-3</c:v>
                </c:pt>
                <c:pt idx="98">
                  <c:v>5.0000000000000001E-3</c:v>
                </c:pt>
                <c:pt idx="99">
                  <c:v>6.0000000000000001E-3</c:v>
                </c:pt>
                <c:pt idx="100">
                  <c:v>4.0000000000000001E-3</c:v>
                </c:pt>
                <c:pt idx="101">
                  <c:v>3.0000000000000001E-3</c:v>
                </c:pt>
                <c:pt idx="102">
                  <c:v>2E-3</c:v>
                </c:pt>
                <c:pt idx="103">
                  <c:v>4.0000000000000001E-3</c:v>
                </c:pt>
                <c:pt idx="104">
                  <c:v>6.0000000000000001E-3</c:v>
                </c:pt>
                <c:pt idx="105">
                  <c:v>8.0000000000000002E-3</c:v>
                </c:pt>
                <c:pt idx="106">
                  <c:v>1.0999999999999999E-2</c:v>
                </c:pt>
                <c:pt idx="107">
                  <c:v>1.2999999999999999E-2</c:v>
                </c:pt>
                <c:pt idx="108">
                  <c:v>1.2E-2</c:v>
                </c:pt>
                <c:pt idx="109">
                  <c:v>6.0000000000000001E-3</c:v>
                </c:pt>
                <c:pt idx="110">
                  <c:v>4.0000000000000001E-3</c:v>
                </c:pt>
                <c:pt idx="111">
                  <c:v>2E-3</c:v>
                </c:pt>
                <c:pt idx="112">
                  <c:v>4.0000000000000001E-3</c:v>
                </c:pt>
                <c:pt idx="113">
                  <c:v>2E-3</c:v>
                </c:pt>
                <c:pt idx="114">
                  <c:v>6.0000000000000001E-3</c:v>
                </c:pt>
                <c:pt idx="115">
                  <c:v>4.0000000000000001E-3</c:v>
                </c:pt>
                <c:pt idx="116">
                  <c:v>2E-3</c:v>
                </c:pt>
                <c:pt idx="117">
                  <c:v>6.0000000000000001E-3</c:v>
                </c:pt>
                <c:pt idx="118">
                  <c:v>8.0000000000000002E-3</c:v>
                </c:pt>
                <c:pt idx="119">
                  <c:v>8.0000000000000002E-3</c:v>
                </c:pt>
                <c:pt idx="120">
                  <c:v>8.9999999999999993E-3</c:v>
                </c:pt>
                <c:pt idx="121">
                  <c:v>1.0999999999999999E-2</c:v>
                </c:pt>
                <c:pt idx="122">
                  <c:v>8.0000000000000002E-3</c:v>
                </c:pt>
                <c:pt idx="123">
                  <c:v>8.0000000000000002E-3</c:v>
                </c:pt>
                <c:pt idx="124">
                  <c:v>6.0000000000000001E-3</c:v>
                </c:pt>
                <c:pt idx="125">
                  <c:v>8.9999999999999993E-3</c:v>
                </c:pt>
                <c:pt idx="126">
                  <c:v>5.0000000000000001E-3</c:v>
                </c:pt>
                <c:pt idx="127">
                  <c:v>8.0000000000000002E-3</c:v>
                </c:pt>
                <c:pt idx="128">
                  <c:v>7.0000000000000001E-3</c:v>
                </c:pt>
                <c:pt idx="129">
                  <c:v>1E-3</c:v>
                </c:pt>
                <c:pt idx="130">
                  <c:v>2E-3</c:v>
                </c:pt>
                <c:pt idx="131">
                  <c:v>1E-3</c:v>
                </c:pt>
                <c:pt idx="132">
                  <c:v>2E-3</c:v>
                </c:pt>
                <c:pt idx="133">
                  <c:v>7.0000000000000001E-3</c:v>
                </c:pt>
                <c:pt idx="134">
                  <c:v>4.0000000000000001E-3</c:v>
                </c:pt>
                <c:pt idx="135">
                  <c:v>5.0000000000000001E-3</c:v>
                </c:pt>
                <c:pt idx="136">
                  <c:v>5.0000000000000001E-3</c:v>
                </c:pt>
                <c:pt idx="137">
                  <c:v>4.0000000000000001E-3</c:v>
                </c:pt>
                <c:pt idx="138">
                  <c:v>1E-3</c:v>
                </c:pt>
                <c:pt idx="139">
                  <c:v>0</c:v>
                </c:pt>
                <c:pt idx="140">
                  <c:v>0</c:v>
                </c:pt>
                <c:pt idx="141">
                  <c:v>0</c:v>
                </c:pt>
                <c:pt idx="142">
                  <c:v>0</c:v>
                </c:pt>
                <c:pt idx="143">
                  <c:v>1E-3</c:v>
                </c:pt>
                <c:pt idx="144">
                  <c:v>3.0000000000000001E-3</c:v>
                </c:pt>
                <c:pt idx="145">
                  <c:v>3.0000000000000001E-3</c:v>
                </c:pt>
                <c:pt idx="146">
                  <c:v>1E-3</c:v>
                </c:pt>
                <c:pt idx="147">
                  <c:v>1E-3</c:v>
                </c:pt>
                <c:pt idx="148">
                  <c:v>1E-3</c:v>
                </c:pt>
                <c:pt idx="149">
                  <c:v>0</c:v>
                </c:pt>
                <c:pt idx="150">
                  <c:v>0</c:v>
                </c:pt>
                <c:pt idx="151">
                  <c:v>0</c:v>
                </c:pt>
                <c:pt idx="152">
                  <c:v>0</c:v>
                </c:pt>
                <c:pt idx="153">
                  <c:v>0</c:v>
                </c:pt>
                <c:pt idx="154">
                  <c:v>2E-3</c:v>
                </c:pt>
                <c:pt idx="155">
                  <c:v>4.0000000000000001E-3</c:v>
                </c:pt>
                <c:pt idx="156">
                  <c:v>5.0000000000000001E-3</c:v>
                </c:pt>
                <c:pt idx="157">
                  <c:v>8.9999999999999993E-3</c:v>
                </c:pt>
                <c:pt idx="158">
                  <c:v>7.0000000000000001E-3</c:v>
                </c:pt>
                <c:pt idx="159">
                  <c:v>7.0000000000000001E-3</c:v>
                </c:pt>
                <c:pt idx="160">
                  <c:v>6.0000000000000001E-3</c:v>
                </c:pt>
                <c:pt idx="161">
                  <c:v>1.2E-2</c:v>
                </c:pt>
                <c:pt idx="162">
                  <c:v>1.0999999999999999E-2</c:v>
                </c:pt>
                <c:pt idx="163">
                  <c:v>1.7999999999999999E-2</c:v>
                </c:pt>
                <c:pt idx="164">
                  <c:v>1.7000000000000001E-2</c:v>
                </c:pt>
                <c:pt idx="165">
                  <c:v>6.0000000000000001E-3</c:v>
                </c:pt>
                <c:pt idx="166">
                  <c:v>0.01</c:v>
                </c:pt>
                <c:pt idx="167">
                  <c:v>8.0000000000000002E-3</c:v>
                </c:pt>
                <c:pt idx="168">
                  <c:v>3.0000000000000001E-3</c:v>
                </c:pt>
                <c:pt idx="169">
                  <c:v>7.0000000000000001E-3</c:v>
                </c:pt>
                <c:pt idx="170">
                  <c:v>1.2E-2</c:v>
                </c:pt>
                <c:pt idx="171">
                  <c:v>6.0000000000000001E-3</c:v>
                </c:pt>
                <c:pt idx="172">
                  <c:v>8.0000000000000002E-3</c:v>
                </c:pt>
                <c:pt idx="173">
                  <c:v>6.0000000000000001E-3</c:v>
                </c:pt>
                <c:pt idx="174">
                  <c:v>5.0000000000000001E-3</c:v>
                </c:pt>
                <c:pt idx="175">
                  <c:v>4.0000000000000001E-3</c:v>
                </c:pt>
                <c:pt idx="176">
                  <c:v>4.0000000000000001E-3</c:v>
                </c:pt>
                <c:pt idx="177">
                  <c:v>4.0000000000000001E-3</c:v>
                </c:pt>
                <c:pt idx="178">
                  <c:v>3.0000000000000001E-3</c:v>
                </c:pt>
                <c:pt idx="179">
                  <c:v>5.0000000000000001E-3</c:v>
                </c:pt>
                <c:pt idx="180">
                  <c:v>4.0000000000000001E-3</c:v>
                </c:pt>
                <c:pt idx="181">
                  <c:v>7.0000000000000001E-3</c:v>
                </c:pt>
                <c:pt idx="182">
                  <c:v>5.0000000000000001E-3</c:v>
                </c:pt>
                <c:pt idx="183">
                  <c:v>3.0000000000000001E-3</c:v>
                </c:pt>
                <c:pt idx="184">
                  <c:v>2E-3</c:v>
                </c:pt>
                <c:pt idx="185">
                  <c:v>2E-3</c:v>
                </c:pt>
                <c:pt idx="186">
                  <c:v>0</c:v>
                </c:pt>
                <c:pt idx="187">
                  <c:v>2E-3</c:v>
                </c:pt>
                <c:pt idx="188">
                  <c:v>0</c:v>
                </c:pt>
                <c:pt idx="189">
                  <c:v>2E-3</c:v>
                </c:pt>
                <c:pt idx="190">
                  <c:v>3.0000000000000001E-3</c:v>
                </c:pt>
                <c:pt idx="191">
                  <c:v>1E-3</c:v>
                </c:pt>
                <c:pt idx="192">
                  <c:v>4.0000000000000001E-3</c:v>
                </c:pt>
                <c:pt idx="193">
                  <c:v>2E-3</c:v>
                </c:pt>
                <c:pt idx="194">
                  <c:v>4.0000000000000001E-3</c:v>
                </c:pt>
                <c:pt idx="195">
                  <c:v>2E-3</c:v>
                </c:pt>
                <c:pt idx="196">
                  <c:v>2E-3</c:v>
                </c:pt>
                <c:pt idx="197">
                  <c:v>0</c:v>
                </c:pt>
                <c:pt idx="198">
                  <c:v>1E-3</c:v>
                </c:pt>
                <c:pt idx="199">
                  <c:v>0</c:v>
                </c:pt>
                <c:pt idx="200">
                  <c:v>0</c:v>
                </c:pt>
                <c:pt idx="201">
                  <c:v>1E-3</c:v>
                </c:pt>
                <c:pt idx="202">
                  <c:v>0</c:v>
                </c:pt>
                <c:pt idx="203">
                  <c:v>0</c:v>
                </c:pt>
                <c:pt idx="204">
                  <c:v>0</c:v>
                </c:pt>
                <c:pt idx="205">
                  <c:v>0</c:v>
                </c:pt>
                <c:pt idx="206">
                  <c:v>0</c:v>
                </c:pt>
                <c:pt idx="207">
                  <c:v>2E-3</c:v>
                </c:pt>
                <c:pt idx="208">
                  <c:v>0</c:v>
                </c:pt>
                <c:pt idx="209">
                  <c:v>3.0000000000000001E-3</c:v>
                </c:pt>
                <c:pt idx="210">
                  <c:v>8.0000000000000002E-3</c:v>
                </c:pt>
                <c:pt idx="211">
                  <c:v>7.0000000000000001E-3</c:v>
                </c:pt>
                <c:pt idx="212">
                  <c:v>1.9E-2</c:v>
                </c:pt>
                <c:pt idx="213">
                  <c:v>1.4999999999999999E-2</c:v>
                </c:pt>
                <c:pt idx="214">
                  <c:v>1.4999999999999999E-2</c:v>
                </c:pt>
                <c:pt idx="215">
                  <c:v>0.02</c:v>
                </c:pt>
                <c:pt idx="216">
                  <c:v>1.4E-2</c:v>
                </c:pt>
                <c:pt idx="217">
                  <c:v>6.0000000000000001E-3</c:v>
                </c:pt>
                <c:pt idx="218">
                  <c:v>3.0000000000000001E-3</c:v>
                </c:pt>
                <c:pt idx="219">
                  <c:v>2E-3</c:v>
                </c:pt>
                <c:pt idx="220">
                  <c:v>4.0000000000000001E-3</c:v>
                </c:pt>
                <c:pt idx="221">
                  <c:v>2E-3</c:v>
                </c:pt>
                <c:pt idx="222">
                  <c:v>3.0000000000000001E-3</c:v>
                </c:pt>
                <c:pt idx="223">
                  <c:v>6.0000000000000001E-3</c:v>
                </c:pt>
                <c:pt idx="224">
                  <c:v>7.0000000000000001E-3</c:v>
                </c:pt>
                <c:pt idx="225">
                  <c:v>8.9999999999999993E-3</c:v>
                </c:pt>
                <c:pt idx="226">
                  <c:v>8.9999999999999993E-3</c:v>
                </c:pt>
                <c:pt idx="227">
                  <c:v>8.9999999999999993E-3</c:v>
                </c:pt>
                <c:pt idx="228">
                  <c:v>6.0000000000000001E-3</c:v>
                </c:pt>
                <c:pt idx="229">
                  <c:v>0.01</c:v>
                </c:pt>
                <c:pt idx="230">
                  <c:v>7.0000000000000001E-3</c:v>
                </c:pt>
                <c:pt idx="231">
                  <c:v>1.0999999999999999E-2</c:v>
                </c:pt>
                <c:pt idx="232">
                  <c:v>7.0000000000000001E-3</c:v>
                </c:pt>
                <c:pt idx="233">
                  <c:v>1.2E-2</c:v>
                </c:pt>
                <c:pt idx="234">
                  <c:v>1.2E-2</c:v>
                </c:pt>
                <c:pt idx="235">
                  <c:v>8.9999999999999993E-3</c:v>
                </c:pt>
                <c:pt idx="236">
                  <c:v>1.7000000000000001E-2</c:v>
                </c:pt>
                <c:pt idx="237">
                  <c:v>0.01</c:v>
                </c:pt>
                <c:pt idx="238">
                  <c:v>8.0000000000000002E-3</c:v>
                </c:pt>
                <c:pt idx="239">
                  <c:v>7.0000000000000001E-3</c:v>
                </c:pt>
                <c:pt idx="240">
                  <c:v>5.0000000000000001E-3</c:v>
                </c:pt>
                <c:pt idx="241">
                  <c:v>8.9999999999999993E-3</c:v>
                </c:pt>
                <c:pt idx="242">
                  <c:v>5.0000000000000001E-3</c:v>
                </c:pt>
                <c:pt idx="243">
                  <c:v>4.0000000000000001E-3</c:v>
                </c:pt>
                <c:pt idx="244">
                  <c:v>0</c:v>
                </c:pt>
                <c:pt idx="245">
                  <c:v>1E-3</c:v>
                </c:pt>
                <c:pt idx="246">
                  <c:v>0</c:v>
                </c:pt>
                <c:pt idx="247">
                  <c:v>2E-3</c:v>
                </c:pt>
                <c:pt idx="248">
                  <c:v>4.0000000000000001E-3</c:v>
                </c:pt>
                <c:pt idx="249">
                  <c:v>3.0000000000000001E-3</c:v>
                </c:pt>
                <c:pt idx="250">
                  <c:v>5.0000000000000001E-3</c:v>
                </c:pt>
                <c:pt idx="251">
                  <c:v>2E-3</c:v>
                </c:pt>
                <c:pt idx="252">
                  <c:v>6.0000000000000001E-3</c:v>
                </c:pt>
                <c:pt idx="253">
                  <c:v>2E-3</c:v>
                </c:pt>
                <c:pt idx="254">
                  <c:v>1E-3</c:v>
                </c:pt>
                <c:pt idx="255">
                  <c:v>0</c:v>
                </c:pt>
                <c:pt idx="256">
                  <c:v>1E-3</c:v>
                </c:pt>
                <c:pt idx="257">
                  <c:v>1E-3</c:v>
                </c:pt>
                <c:pt idx="258">
                  <c:v>0</c:v>
                </c:pt>
                <c:pt idx="259">
                  <c:v>2E-3</c:v>
                </c:pt>
                <c:pt idx="260">
                  <c:v>2E-3</c:v>
                </c:pt>
                <c:pt idx="261">
                  <c:v>2E-3</c:v>
                </c:pt>
                <c:pt idx="262">
                  <c:v>5.0000000000000001E-3</c:v>
                </c:pt>
                <c:pt idx="263">
                  <c:v>4.0000000000000001E-3</c:v>
                </c:pt>
                <c:pt idx="264">
                  <c:v>5.0000000000000001E-3</c:v>
                </c:pt>
                <c:pt idx="265">
                  <c:v>8.0000000000000002E-3</c:v>
                </c:pt>
                <c:pt idx="266">
                  <c:v>5.0000000000000001E-3</c:v>
                </c:pt>
                <c:pt idx="267">
                  <c:v>5.0000000000000001E-3</c:v>
                </c:pt>
                <c:pt idx="268">
                  <c:v>1E-3</c:v>
                </c:pt>
                <c:pt idx="269">
                  <c:v>2E-3</c:v>
                </c:pt>
                <c:pt idx="270">
                  <c:v>0</c:v>
                </c:pt>
                <c:pt idx="271">
                  <c:v>1E-3</c:v>
                </c:pt>
                <c:pt idx="272">
                  <c:v>1E-3</c:v>
                </c:pt>
                <c:pt idx="273">
                  <c:v>0</c:v>
                </c:pt>
                <c:pt idx="274">
                  <c:v>1E-3</c:v>
                </c:pt>
                <c:pt idx="275">
                  <c:v>1E-3</c:v>
                </c:pt>
                <c:pt idx="276">
                  <c:v>1E-3</c:v>
                </c:pt>
                <c:pt idx="277">
                  <c:v>1E-3</c:v>
                </c:pt>
                <c:pt idx="278">
                  <c:v>0</c:v>
                </c:pt>
                <c:pt idx="279">
                  <c:v>0</c:v>
                </c:pt>
                <c:pt idx="280">
                  <c:v>0</c:v>
                </c:pt>
                <c:pt idx="281">
                  <c:v>0</c:v>
                </c:pt>
                <c:pt idx="282">
                  <c:v>0</c:v>
                </c:pt>
                <c:pt idx="283">
                  <c:v>2E-3</c:v>
                </c:pt>
                <c:pt idx="284">
                  <c:v>2E-3</c:v>
                </c:pt>
                <c:pt idx="285">
                  <c:v>5.0000000000000001E-3</c:v>
                </c:pt>
                <c:pt idx="286">
                  <c:v>6.0000000000000001E-3</c:v>
                </c:pt>
                <c:pt idx="287">
                  <c:v>8.0000000000000002E-3</c:v>
                </c:pt>
                <c:pt idx="288">
                  <c:v>0.01</c:v>
                </c:pt>
                <c:pt idx="289">
                  <c:v>0.01</c:v>
                </c:pt>
                <c:pt idx="290">
                  <c:v>8.9999999999999993E-3</c:v>
                </c:pt>
                <c:pt idx="291">
                  <c:v>1.4999999999999999E-2</c:v>
                </c:pt>
                <c:pt idx="292">
                  <c:v>1.7000000000000001E-2</c:v>
                </c:pt>
                <c:pt idx="293">
                  <c:v>3.4000000000000002E-2</c:v>
                </c:pt>
                <c:pt idx="294">
                  <c:v>2.7E-2</c:v>
                </c:pt>
                <c:pt idx="295">
                  <c:v>7.0000000000000001E-3</c:v>
                </c:pt>
                <c:pt idx="296">
                  <c:v>8.0000000000000002E-3</c:v>
                </c:pt>
                <c:pt idx="297">
                  <c:v>1E-3</c:v>
                </c:pt>
                <c:pt idx="298">
                  <c:v>4.0000000000000001E-3</c:v>
                </c:pt>
                <c:pt idx="299">
                  <c:v>2E-3</c:v>
                </c:pt>
                <c:pt idx="300">
                  <c:v>2E-3</c:v>
                </c:pt>
                <c:pt idx="301">
                  <c:v>5.0000000000000001E-3</c:v>
                </c:pt>
                <c:pt idx="302">
                  <c:v>8.9999999999999993E-3</c:v>
                </c:pt>
                <c:pt idx="303">
                  <c:v>1.0999999999999999E-2</c:v>
                </c:pt>
                <c:pt idx="304">
                  <c:v>0.01</c:v>
                </c:pt>
                <c:pt idx="305">
                  <c:v>5.0000000000000001E-3</c:v>
                </c:pt>
                <c:pt idx="306">
                  <c:v>8.9999999999999993E-3</c:v>
                </c:pt>
                <c:pt idx="307">
                  <c:v>4.0000000000000001E-3</c:v>
                </c:pt>
                <c:pt idx="308">
                  <c:v>1.2999999999999999E-2</c:v>
                </c:pt>
                <c:pt idx="309">
                  <c:v>4.0000000000000001E-3</c:v>
                </c:pt>
                <c:pt idx="310">
                  <c:v>8.0000000000000002E-3</c:v>
                </c:pt>
                <c:pt idx="311">
                  <c:v>3.0000000000000001E-3</c:v>
                </c:pt>
                <c:pt idx="312">
                  <c:v>0</c:v>
                </c:pt>
                <c:pt idx="313">
                  <c:v>4.0000000000000001E-3</c:v>
                </c:pt>
                <c:pt idx="314">
                  <c:v>1E-3</c:v>
                </c:pt>
                <c:pt idx="315">
                  <c:v>1E-3</c:v>
                </c:pt>
                <c:pt idx="316">
                  <c:v>0.01</c:v>
                </c:pt>
                <c:pt idx="317">
                  <c:v>4.0000000000000001E-3</c:v>
                </c:pt>
                <c:pt idx="318">
                  <c:v>8.0000000000000002E-3</c:v>
                </c:pt>
                <c:pt idx="319">
                  <c:v>7.0000000000000001E-3</c:v>
                </c:pt>
                <c:pt idx="320">
                  <c:v>8.9999999999999993E-3</c:v>
                </c:pt>
                <c:pt idx="321">
                  <c:v>1.2999999999999999E-2</c:v>
                </c:pt>
                <c:pt idx="322">
                  <c:v>4.0000000000000001E-3</c:v>
                </c:pt>
                <c:pt idx="323">
                  <c:v>1.2E-2</c:v>
                </c:pt>
                <c:pt idx="324">
                  <c:v>7.0000000000000001E-3</c:v>
                </c:pt>
                <c:pt idx="325">
                  <c:v>4.0000000000000001E-3</c:v>
                </c:pt>
                <c:pt idx="326">
                  <c:v>4.0000000000000001E-3</c:v>
                </c:pt>
                <c:pt idx="327">
                  <c:v>2E-3</c:v>
                </c:pt>
                <c:pt idx="328">
                  <c:v>1E-3</c:v>
                </c:pt>
                <c:pt idx="329">
                  <c:v>3.0000000000000001E-3</c:v>
                </c:pt>
                <c:pt idx="330">
                  <c:v>0</c:v>
                </c:pt>
                <c:pt idx="331">
                  <c:v>0</c:v>
                </c:pt>
                <c:pt idx="332">
                  <c:v>0</c:v>
                </c:pt>
                <c:pt idx="333">
                  <c:v>0</c:v>
                </c:pt>
                <c:pt idx="334">
                  <c:v>0</c:v>
                </c:pt>
                <c:pt idx="335">
                  <c:v>4.0000000000000001E-3</c:v>
                </c:pt>
                <c:pt idx="336">
                  <c:v>2E-3</c:v>
                </c:pt>
                <c:pt idx="337">
                  <c:v>4.0000000000000001E-3</c:v>
                </c:pt>
                <c:pt idx="338">
                  <c:v>5.0000000000000001E-3</c:v>
                </c:pt>
                <c:pt idx="339">
                  <c:v>6.0000000000000001E-3</c:v>
                </c:pt>
                <c:pt idx="340">
                  <c:v>3.0000000000000001E-3</c:v>
                </c:pt>
                <c:pt idx="341">
                  <c:v>4.0000000000000001E-3</c:v>
                </c:pt>
                <c:pt idx="342">
                  <c:v>0</c:v>
                </c:pt>
                <c:pt idx="343">
                  <c:v>2E-3</c:v>
                </c:pt>
                <c:pt idx="344">
                  <c:v>0</c:v>
                </c:pt>
                <c:pt idx="345">
                  <c:v>0</c:v>
                </c:pt>
                <c:pt idx="346">
                  <c:v>5.0000000000000001E-3</c:v>
                </c:pt>
                <c:pt idx="347">
                  <c:v>2E-3</c:v>
                </c:pt>
                <c:pt idx="348">
                  <c:v>2E-3</c:v>
                </c:pt>
                <c:pt idx="349">
                  <c:v>7.0000000000000001E-3</c:v>
                </c:pt>
                <c:pt idx="350">
                  <c:v>1E-3</c:v>
                </c:pt>
                <c:pt idx="351">
                  <c:v>1E-3</c:v>
                </c:pt>
                <c:pt idx="352">
                  <c:v>1E-3</c:v>
                </c:pt>
                <c:pt idx="353">
                  <c:v>0</c:v>
                </c:pt>
                <c:pt idx="354">
                  <c:v>2E-3</c:v>
                </c:pt>
                <c:pt idx="355">
                  <c:v>0</c:v>
                </c:pt>
                <c:pt idx="356">
                  <c:v>2E-3</c:v>
                </c:pt>
                <c:pt idx="357">
                  <c:v>4.0000000000000001E-3</c:v>
                </c:pt>
                <c:pt idx="358">
                  <c:v>2E-3</c:v>
                </c:pt>
                <c:pt idx="359">
                  <c:v>4.0000000000000001E-3</c:v>
                </c:pt>
                <c:pt idx="360">
                  <c:v>3.0000000000000001E-3</c:v>
                </c:pt>
                <c:pt idx="361">
                  <c:v>1E-3</c:v>
                </c:pt>
                <c:pt idx="362">
                  <c:v>2E-3</c:v>
                </c:pt>
                <c:pt idx="363">
                  <c:v>0</c:v>
                </c:pt>
                <c:pt idx="364">
                  <c:v>0</c:v>
                </c:pt>
                <c:pt idx="365">
                  <c:v>0</c:v>
                </c:pt>
                <c:pt idx="366">
                  <c:v>0</c:v>
                </c:pt>
                <c:pt idx="367">
                  <c:v>0</c:v>
                </c:pt>
                <c:pt idx="368">
                  <c:v>2E-3</c:v>
                </c:pt>
                <c:pt idx="369">
                  <c:v>0</c:v>
                </c:pt>
                <c:pt idx="370">
                  <c:v>2E-3</c:v>
                </c:pt>
                <c:pt idx="371">
                  <c:v>2E-3</c:v>
                </c:pt>
                <c:pt idx="372">
                  <c:v>3.0000000000000001E-3</c:v>
                </c:pt>
                <c:pt idx="373">
                  <c:v>8.0000000000000002E-3</c:v>
                </c:pt>
                <c:pt idx="374">
                  <c:v>4.0000000000000001E-3</c:v>
                </c:pt>
                <c:pt idx="375">
                  <c:v>0.01</c:v>
                </c:pt>
                <c:pt idx="376">
                  <c:v>1.2E-2</c:v>
                </c:pt>
                <c:pt idx="377">
                  <c:v>1.4E-2</c:v>
                </c:pt>
                <c:pt idx="378">
                  <c:v>0.02</c:v>
                </c:pt>
                <c:pt idx="379">
                  <c:v>2.9000000000000001E-2</c:v>
                </c:pt>
                <c:pt idx="380">
                  <c:v>1.7999999999999999E-2</c:v>
                </c:pt>
                <c:pt idx="381">
                  <c:v>8.9999999999999993E-3</c:v>
                </c:pt>
                <c:pt idx="382">
                  <c:v>8.9999999999999993E-3</c:v>
                </c:pt>
                <c:pt idx="383">
                  <c:v>3.0000000000000001E-3</c:v>
                </c:pt>
                <c:pt idx="384">
                  <c:v>3.0000000000000001E-3</c:v>
                </c:pt>
                <c:pt idx="385">
                  <c:v>2E-3</c:v>
                </c:pt>
                <c:pt idx="386">
                  <c:v>4.0000000000000001E-3</c:v>
                </c:pt>
                <c:pt idx="387">
                  <c:v>1E-3</c:v>
                </c:pt>
                <c:pt idx="388">
                  <c:v>5.0000000000000001E-3</c:v>
                </c:pt>
                <c:pt idx="389">
                  <c:v>5.0000000000000001E-3</c:v>
                </c:pt>
                <c:pt idx="390">
                  <c:v>5.0000000000000001E-3</c:v>
                </c:pt>
                <c:pt idx="391">
                  <c:v>5.0000000000000001E-3</c:v>
                </c:pt>
                <c:pt idx="392">
                  <c:v>2E-3</c:v>
                </c:pt>
                <c:pt idx="393">
                  <c:v>4.0000000000000001E-3</c:v>
                </c:pt>
                <c:pt idx="394">
                  <c:v>1E-3</c:v>
                </c:pt>
                <c:pt idx="395">
                  <c:v>2E-3</c:v>
                </c:pt>
                <c:pt idx="396">
                  <c:v>1E-3</c:v>
                </c:pt>
                <c:pt idx="397">
                  <c:v>1E-3</c:v>
                </c:pt>
                <c:pt idx="398">
                  <c:v>2E-3</c:v>
                </c:pt>
                <c:pt idx="399">
                  <c:v>1E-3</c:v>
                </c:pt>
                <c:pt idx="400">
                  <c:v>4.0000000000000001E-3</c:v>
                </c:pt>
                <c:pt idx="401">
                  <c:v>2E-3</c:v>
                </c:pt>
                <c:pt idx="402">
                  <c:v>2E-3</c:v>
                </c:pt>
                <c:pt idx="403">
                  <c:v>1E-3</c:v>
                </c:pt>
                <c:pt idx="404">
                  <c:v>2E-3</c:v>
                </c:pt>
                <c:pt idx="405">
                  <c:v>2E-3</c:v>
                </c:pt>
                <c:pt idx="406">
                  <c:v>3.0000000000000001E-3</c:v>
                </c:pt>
                <c:pt idx="407">
                  <c:v>4.0000000000000001E-3</c:v>
                </c:pt>
                <c:pt idx="408">
                  <c:v>2E-3</c:v>
                </c:pt>
                <c:pt idx="409">
                  <c:v>3.0000000000000001E-3</c:v>
                </c:pt>
                <c:pt idx="410">
                  <c:v>2E-3</c:v>
                </c:pt>
                <c:pt idx="411">
                  <c:v>4.0000000000000001E-3</c:v>
                </c:pt>
                <c:pt idx="412">
                  <c:v>2E-3</c:v>
                </c:pt>
                <c:pt idx="413">
                  <c:v>2E-3</c:v>
                </c:pt>
                <c:pt idx="414">
                  <c:v>1E-3</c:v>
                </c:pt>
                <c:pt idx="415">
                  <c:v>1E-3</c:v>
                </c:pt>
                <c:pt idx="416">
                  <c:v>2E-3</c:v>
                </c:pt>
                <c:pt idx="417">
                  <c:v>5.0000000000000001E-3</c:v>
                </c:pt>
                <c:pt idx="418">
                  <c:v>2E-3</c:v>
                </c:pt>
                <c:pt idx="419">
                  <c:v>5.0000000000000001E-3</c:v>
                </c:pt>
                <c:pt idx="420">
                  <c:v>5.0000000000000001E-3</c:v>
                </c:pt>
                <c:pt idx="421">
                  <c:v>4.0000000000000001E-3</c:v>
                </c:pt>
                <c:pt idx="422">
                  <c:v>4.0000000000000001E-3</c:v>
                </c:pt>
                <c:pt idx="423">
                  <c:v>2E-3</c:v>
                </c:pt>
                <c:pt idx="424">
                  <c:v>4.0000000000000001E-3</c:v>
                </c:pt>
                <c:pt idx="425">
                  <c:v>3.0000000000000001E-3</c:v>
                </c:pt>
                <c:pt idx="426">
                  <c:v>1E-3</c:v>
                </c:pt>
                <c:pt idx="427">
                  <c:v>2E-3</c:v>
                </c:pt>
                <c:pt idx="428">
                  <c:v>2E-3</c:v>
                </c:pt>
                <c:pt idx="429">
                  <c:v>4.0000000000000001E-3</c:v>
                </c:pt>
                <c:pt idx="430">
                  <c:v>4.0000000000000001E-3</c:v>
                </c:pt>
                <c:pt idx="431">
                  <c:v>3.0000000000000001E-3</c:v>
                </c:pt>
                <c:pt idx="432">
                  <c:v>2E-3</c:v>
                </c:pt>
                <c:pt idx="433">
                  <c:v>5.0000000000000001E-3</c:v>
                </c:pt>
                <c:pt idx="434">
                  <c:v>4.0000000000000001E-3</c:v>
                </c:pt>
                <c:pt idx="435">
                  <c:v>5.0000000000000001E-3</c:v>
                </c:pt>
                <c:pt idx="436">
                  <c:v>5.0000000000000001E-3</c:v>
                </c:pt>
                <c:pt idx="437">
                  <c:v>2E-3</c:v>
                </c:pt>
                <c:pt idx="438">
                  <c:v>0</c:v>
                </c:pt>
                <c:pt idx="439">
                  <c:v>1E-3</c:v>
                </c:pt>
                <c:pt idx="440">
                  <c:v>1E-3</c:v>
                </c:pt>
                <c:pt idx="441">
                  <c:v>4.0000000000000001E-3</c:v>
                </c:pt>
                <c:pt idx="442">
                  <c:v>2E-3</c:v>
                </c:pt>
                <c:pt idx="443">
                  <c:v>2E-3</c:v>
                </c:pt>
                <c:pt idx="444">
                  <c:v>1E-3</c:v>
                </c:pt>
                <c:pt idx="445">
                  <c:v>3.0000000000000001E-3</c:v>
                </c:pt>
                <c:pt idx="446">
                  <c:v>3.0000000000000001E-3</c:v>
                </c:pt>
                <c:pt idx="447">
                  <c:v>1E-3</c:v>
                </c:pt>
                <c:pt idx="448">
                  <c:v>2E-3</c:v>
                </c:pt>
                <c:pt idx="449">
                  <c:v>0</c:v>
                </c:pt>
                <c:pt idx="450">
                  <c:v>0</c:v>
                </c:pt>
                <c:pt idx="451">
                  <c:v>0</c:v>
                </c:pt>
                <c:pt idx="452">
                  <c:v>1E-3</c:v>
                </c:pt>
                <c:pt idx="453">
                  <c:v>1E-3</c:v>
                </c:pt>
                <c:pt idx="454">
                  <c:v>3.0000000000000001E-3</c:v>
                </c:pt>
                <c:pt idx="455">
                  <c:v>2E-3</c:v>
                </c:pt>
                <c:pt idx="456">
                  <c:v>3.0000000000000001E-3</c:v>
                </c:pt>
                <c:pt idx="457">
                  <c:v>2E-3</c:v>
                </c:pt>
                <c:pt idx="458">
                  <c:v>0</c:v>
                </c:pt>
                <c:pt idx="459">
                  <c:v>0</c:v>
                </c:pt>
                <c:pt idx="460">
                  <c:v>0</c:v>
                </c:pt>
                <c:pt idx="461">
                  <c:v>0</c:v>
                </c:pt>
                <c:pt idx="462">
                  <c:v>1E-3</c:v>
                </c:pt>
                <c:pt idx="463">
                  <c:v>3.0000000000000001E-3</c:v>
                </c:pt>
                <c:pt idx="464">
                  <c:v>2E-3</c:v>
                </c:pt>
                <c:pt idx="465">
                  <c:v>3.0000000000000001E-3</c:v>
                </c:pt>
                <c:pt idx="466">
                  <c:v>0</c:v>
                </c:pt>
                <c:pt idx="467">
                  <c:v>0</c:v>
                </c:pt>
                <c:pt idx="468">
                  <c:v>0</c:v>
                </c:pt>
                <c:pt idx="469">
                  <c:v>0</c:v>
                </c:pt>
                <c:pt idx="470">
                  <c:v>2E-3</c:v>
                </c:pt>
                <c:pt idx="471">
                  <c:v>1E-3</c:v>
                </c:pt>
                <c:pt idx="472">
                  <c:v>1E-3</c:v>
                </c:pt>
                <c:pt idx="473">
                  <c:v>1E-3</c:v>
                </c:pt>
                <c:pt idx="474">
                  <c:v>1E-3</c:v>
                </c:pt>
                <c:pt idx="475">
                  <c:v>1E-3</c:v>
                </c:pt>
                <c:pt idx="476">
                  <c:v>1E-3</c:v>
                </c:pt>
                <c:pt idx="477">
                  <c:v>4.0000000000000001E-3</c:v>
                </c:pt>
                <c:pt idx="478">
                  <c:v>3.0000000000000001E-3</c:v>
                </c:pt>
                <c:pt idx="479">
                  <c:v>2E-3</c:v>
                </c:pt>
                <c:pt idx="480">
                  <c:v>4.0000000000000001E-3</c:v>
                </c:pt>
                <c:pt idx="481">
                  <c:v>5.0000000000000001E-3</c:v>
                </c:pt>
                <c:pt idx="482">
                  <c:v>2E-3</c:v>
                </c:pt>
                <c:pt idx="483">
                  <c:v>4.0000000000000001E-3</c:v>
                </c:pt>
                <c:pt idx="484">
                  <c:v>2E-3</c:v>
                </c:pt>
                <c:pt idx="485">
                  <c:v>1E-3</c:v>
                </c:pt>
                <c:pt idx="486">
                  <c:v>0</c:v>
                </c:pt>
                <c:pt idx="487">
                  <c:v>0</c:v>
                </c:pt>
                <c:pt idx="488">
                  <c:v>0</c:v>
                </c:pt>
                <c:pt idx="489">
                  <c:v>0</c:v>
                </c:pt>
                <c:pt idx="490">
                  <c:v>0</c:v>
                </c:pt>
                <c:pt idx="491">
                  <c:v>2E-3</c:v>
                </c:pt>
                <c:pt idx="492">
                  <c:v>1E-3</c:v>
                </c:pt>
                <c:pt idx="493">
                  <c:v>2E-3</c:v>
                </c:pt>
                <c:pt idx="494">
                  <c:v>5.0000000000000001E-3</c:v>
                </c:pt>
                <c:pt idx="495">
                  <c:v>4.0000000000000001E-3</c:v>
                </c:pt>
                <c:pt idx="496">
                  <c:v>2E-3</c:v>
                </c:pt>
                <c:pt idx="497">
                  <c:v>5.0000000000000001E-3</c:v>
                </c:pt>
                <c:pt idx="498">
                  <c:v>2E-3</c:v>
                </c:pt>
                <c:pt idx="499">
                  <c:v>7.0000000000000001E-3</c:v>
                </c:pt>
                <c:pt idx="500">
                  <c:v>6.0000000000000001E-3</c:v>
                </c:pt>
                <c:pt idx="501">
                  <c:v>7.0000000000000001E-3</c:v>
                </c:pt>
                <c:pt idx="502">
                  <c:v>4.0000000000000001E-3</c:v>
                </c:pt>
                <c:pt idx="503">
                  <c:v>7.0000000000000001E-3</c:v>
                </c:pt>
                <c:pt idx="504">
                  <c:v>3.0000000000000001E-3</c:v>
                </c:pt>
                <c:pt idx="505">
                  <c:v>6.0000000000000001E-3</c:v>
                </c:pt>
                <c:pt idx="506">
                  <c:v>5.0000000000000001E-3</c:v>
                </c:pt>
                <c:pt idx="507">
                  <c:v>3.0000000000000001E-3</c:v>
                </c:pt>
                <c:pt idx="508">
                  <c:v>4.0000000000000001E-3</c:v>
                </c:pt>
                <c:pt idx="509">
                  <c:v>6.0000000000000001E-3</c:v>
                </c:pt>
                <c:pt idx="510">
                  <c:v>5.0000000000000001E-3</c:v>
                </c:pt>
                <c:pt idx="511">
                  <c:v>8.0000000000000002E-3</c:v>
                </c:pt>
                <c:pt idx="512">
                  <c:v>0.01</c:v>
                </c:pt>
                <c:pt idx="513">
                  <c:v>0.01</c:v>
                </c:pt>
                <c:pt idx="514">
                  <c:v>7.0000000000000001E-3</c:v>
                </c:pt>
                <c:pt idx="515">
                  <c:v>7.0000000000000001E-3</c:v>
                </c:pt>
                <c:pt idx="516">
                  <c:v>1.2E-2</c:v>
                </c:pt>
                <c:pt idx="517">
                  <c:v>1.7999999999999999E-2</c:v>
                </c:pt>
                <c:pt idx="518">
                  <c:v>1.6E-2</c:v>
                </c:pt>
                <c:pt idx="519">
                  <c:v>1.9E-2</c:v>
                </c:pt>
                <c:pt idx="520">
                  <c:v>1.2999999999999999E-2</c:v>
                </c:pt>
                <c:pt idx="521">
                  <c:v>0.01</c:v>
                </c:pt>
                <c:pt idx="522">
                  <c:v>6.0000000000000001E-3</c:v>
                </c:pt>
                <c:pt idx="523">
                  <c:v>7.0000000000000001E-3</c:v>
                </c:pt>
                <c:pt idx="524">
                  <c:v>5.0000000000000001E-3</c:v>
                </c:pt>
                <c:pt idx="525">
                  <c:v>7.0000000000000001E-3</c:v>
                </c:pt>
                <c:pt idx="526">
                  <c:v>7.0000000000000001E-3</c:v>
                </c:pt>
                <c:pt idx="527">
                  <c:v>8.9999999999999993E-3</c:v>
                </c:pt>
                <c:pt idx="528">
                  <c:v>3.0000000000000001E-3</c:v>
                </c:pt>
                <c:pt idx="529">
                  <c:v>8.0000000000000002E-3</c:v>
                </c:pt>
                <c:pt idx="530">
                  <c:v>3.0000000000000001E-3</c:v>
                </c:pt>
                <c:pt idx="531">
                  <c:v>5.0000000000000001E-3</c:v>
                </c:pt>
                <c:pt idx="532">
                  <c:v>5.0000000000000001E-3</c:v>
                </c:pt>
                <c:pt idx="533">
                  <c:v>3.0000000000000001E-3</c:v>
                </c:pt>
                <c:pt idx="534">
                  <c:v>3.0000000000000001E-3</c:v>
                </c:pt>
                <c:pt idx="535">
                  <c:v>2E-3</c:v>
                </c:pt>
                <c:pt idx="536">
                  <c:v>1E-3</c:v>
                </c:pt>
                <c:pt idx="537">
                  <c:v>2E-3</c:v>
                </c:pt>
                <c:pt idx="538">
                  <c:v>3.0000000000000001E-3</c:v>
                </c:pt>
                <c:pt idx="539">
                  <c:v>1E-3</c:v>
                </c:pt>
                <c:pt idx="540">
                  <c:v>3.0000000000000001E-3</c:v>
                </c:pt>
                <c:pt idx="541">
                  <c:v>0</c:v>
                </c:pt>
                <c:pt idx="542">
                  <c:v>0</c:v>
                </c:pt>
                <c:pt idx="543">
                  <c:v>1E-3</c:v>
                </c:pt>
                <c:pt idx="544">
                  <c:v>0</c:v>
                </c:pt>
                <c:pt idx="545">
                  <c:v>0</c:v>
                </c:pt>
                <c:pt idx="546">
                  <c:v>3.0000000000000001E-3</c:v>
                </c:pt>
                <c:pt idx="547">
                  <c:v>1E-3</c:v>
                </c:pt>
                <c:pt idx="548">
                  <c:v>3.0000000000000001E-3</c:v>
                </c:pt>
                <c:pt idx="549">
                  <c:v>2E-3</c:v>
                </c:pt>
                <c:pt idx="550">
                  <c:v>2E-3</c:v>
                </c:pt>
                <c:pt idx="551">
                  <c:v>1E-3</c:v>
                </c:pt>
                <c:pt idx="552">
                  <c:v>2E-3</c:v>
                </c:pt>
                <c:pt idx="553">
                  <c:v>1E-3</c:v>
                </c:pt>
                <c:pt idx="554">
                  <c:v>1E-3</c:v>
                </c:pt>
                <c:pt idx="555">
                  <c:v>2E-3</c:v>
                </c:pt>
                <c:pt idx="556">
                  <c:v>2E-3</c:v>
                </c:pt>
                <c:pt idx="557">
                  <c:v>3.0000000000000001E-3</c:v>
                </c:pt>
                <c:pt idx="558">
                  <c:v>1E-3</c:v>
                </c:pt>
                <c:pt idx="559">
                  <c:v>0</c:v>
                </c:pt>
                <c:pt idx="560">
                  <c:v>3.0000000000000001E-3</c:v>
                </c:pt>
                <c:pt idx="561">
                  <c:v>2E-3</c:v>
                </c:pt>
                <c:pt idx="562">
                  <c:v>2E-3</c:v>
                </c:pt>
                <c:pt idx="563">
                  <c:v>8.0000000000000002E-3</c:v>
                </c:pt>
                <c:pt idx="564">
                  <c:v>0</c:v>
                </c:pt>
                <c:pt idx="565">
                  <c:v>2E-3</c:v>
                </c:pt>
                <c:pt idx="566">
                  <c:v>1E-3</c:v>
                </c:pt>
                <c:pt idx="567">
                  <c:v>0</c:v>
                </c:pt>
                <c:pt idx="568">
                  <c:v>1E-3</c:v>
                </c:pt>
                <c:pt idx="569">
                  <c:v>0</c:v>
                </c:pt>
                <c:pt idx="570">
                  <c:v>0</c:v>
                </c:pt>
                <c:pt idx="571">
                  <c:v>2E-3</c:v>
                </c:pt>
                <c:pt idx="572">
                  <c:v>1E-3</c:v>
                </c:pt>
                <c:pt idx="573">
                  <c:v>0</c:v>
                </c:pt>
                <c:pt idx="574">
                  <c:v>1E-3</c:v>
                </c:pt>
                <c:pt idx="575">
                  <c:v>0</c:v>
                </c:pt>
                <c:pt idx="576">
                  <c:v>0</c:v>
                </c:pt>
                <c:pt idx="577">
                  <c:v>0</c:v>
                </c:pt>
                <c:pt idx="578">
                  <c:v>0</c:v>
                </c:pt>
                <c:pt idx="579">
                  <c:v>0</c:v>
                </c:pt>
                <c:pt idx="580">
                  <c:v>2E-3</c:v>
                </c:pt>
                <c:pt idx="581">
                  <c:v>3.0000000000000001E-3</c:v>
                </c:pt>
                <c:pt idx="582">
                  <c:v>7.0000000000000001E-3</c:v>
                </c:pt>
                <c:pt idx="583">
                  <c:v>1.0999999999999999E-2</c:v>
                </c:pt>
                <c:pt idx="584">
                  <c:v>8.0000000000000002E-3</c:v>
                </c:pt>
                <c:pt idx="585">
                  <c:v>1.2999999999999999E-2</c:v>
                </c:pt>
                <c:pt idx="586">
                  <c:v>1.4E-2</c:v>
                </c:pt>
                <c:pt idx="587">
                  <c:v>1.4E-2</c:v>
                </c:pt>
                <c:pt idx="588">
                  <c:v>7.0000000000000001E-3</c:v>
                </c:pt>
                <c:pt idx="589">
                  <c:v>8.0000000000000002E-3</c:v>
                </c:pt>
                <c:pt idx="590">
                  <c:v>5.0000000000000001E-3</c:v>
                </c:pt>
                <c:pt idx="591">
                  <c:v>6.0000000000000001E-3</c:v>
                </c:pt>
                <c:pt idx="592">
                  <c:v>4.0000000000000001E-3</c:v>
                </c:pt>
                <c:pt idx="593">
                  <c:v>5.0000000000000001E-3</c:v>
                </c:pt>
                <c:pt idx="594">
                  <c:v>2E-3</c:v>
                </c:pt>
                <c:pt idx="595">
                  <c:v>3.0000000000000001E-3</c:v>
                </c:pt>
                <c:pt idx="596">
                  <c:v>5.0000000000000001E-3</c:v>
                </c:pt>
                <c:pt idx="597">
                  <c:v>2E-3</c:v>
                </c:pt>
                <c:pt idx="598">
                  <c:v>3.0000000000000001E-3</c:v>
                </c:pt>
                <c:pt idx="599">
                  <c:v>7.0000000000000001E-3</c:v>
                </c:pt>
                <c:pt idx="600">
                  <c:v>1E-3</c:v>
                </c:pt>
                <c:pt idx="601">
                  <c:v>4.0000000000000001E-3</c:v>
                </c:pt>
                <c:pt idx="602">
                  <c:v>4.0000000000000001E-3</c:v>
                </c:pt>
                <c:pt idx="603">
                  <c:v>3.0000000000000001E-3</c:v>
                </c:pt>
                <c:pt idx="604">
                  <c:v>3.0000000000000001E-3</c:v>
                </c:pt>
                <c:pt idx="605">
                  <c:v>0</c:v>
                </c:pt>
                <c:pt idx="606">
                  <c:v>2E-3</c:v>
                </c:pt>
                <c:pt idx="607">
                  <c:v>1E-3</c:v>
                </c:pt>
                <c:pt idx="608">
                  <c:v>0</c:v>
                </c:pt>
                <c:pt idx="609">
                  <c:v>5.0000000000000001E-3</c:v>
                </c:pt>
                <c:pt idx="610">
                  <c:v>5.0000000000000001E-3</c:v>
                </c:pt>
                <c:pt idx="611">
                  <c:v>6.0000000000000001E-3</c:v>
                </c:pt>
                <c:pt idx="612">
                  <c:v>1.6E-2</c:v>
                </c:pt>
                <c:pt idx="613">
                  <c:v>4.0000000000000001E-3</c:v>
                </c:pt>
                <c:pt idx="614">
                  <c:v>8.0000000000000002E-3</c:v>
                </c:pt>
                <c:pt idx="615">
                  <c:v>1.0999999999999999E-2</c:v>
                </c:pt>
                <c:pt idx="616">
                  <c:v>4.0000000000000001E-3</c:v>
                </c:pt>
                <c:pt idx="617">
                  <c:v>5.0000000000000001E-3</c:v>
                </c:pt>
                <c:pt idx="618">
                  <c:v>7.0000000000000001E-3</c:v>
                </c:pt>
                <c:pt idx="619">
                  <c:v>4.0000000000000001E-3</c:v>
                </c:pt>
                <c:pt idx="620">
                  <c:v>0.01</c:v>
                </c:pt>
                <c:pt idx="621">
                  <c:v>3.0000000000000001E-3</c:v>
                </c:pt>
                <c:pt idx="622">
                  <c:v>6.0000000000000001E-3</c:v>
                </c:pt>
                <c:pt idx="623">
                  <c:v>8.0000000000000002E-3</c:v>
                </c:pt>
                <c:pt idx="624">
                  <c:v>8.0000000000000002E-3</c:v>
                </c:pt>
                <c:pt idx="625">
                  <c:v>8.0000000000000002E-3</c:v>
                </c:pt>
                <c:pt idx="626">
                  <c:v>8.9999999999999993E-3</c:v>
                </c:pt>
                <c:pt idx="627">
                  <c:v>0.01</c:v>
                </c:pt>
                <c:pt idx="628">
                  <c:v>1.0999999999999999E-2</c:v>
                </c:pt>
                <c:pt idx="629">
                  <c:v>0.01</c:v>
                </c:pt>
                <c:pt idx="630">
                  <c:v>8.0000000000000002E-3</c:v>
                </c:pt>
                <c:pt idx="631">
                  <c:v>1.4E-2</c:v>
                </c:pt>
                <c:pt idx="632">
                  <c:v>0.01</c:v>
                </c:pt>
                <c:pt idx="633">
                  <c:v>1.4999999999999999E-2</c:v>
                </c:pt>
                <c:pt idx="634">
                  <c:v>8.0000000000000002E-3</c:v>
                </c:pt>
                <c:pt idx="635">
                  <c:v>7.0000000000000001E-3</c:v>
                </c:pt>
                <c:pt idx="636">
                  <c:v>7.0000000000000001E-3</c:v>
                </c:pt>
                <c:pt idx="637">
                  <c:v>1E-3</c:v>
                </c:pt>
                <c:pt idx="638">
                  <c:v>4.0000000000000001E-3</c:v>
                </c:pt>
                <c:pt idx="639">
                  <c:v>0</c:v>
                </c:pt>
                <c:pt idx="640">
                  <c:v>0</c:v>
                </c:pt>
                <c:pt idx="641">
                  <c:v>0</c:v>
                </c:pt>
                <c:pt idx="642">
                  <c:v>0</c:v>
                </c:pt>
                <c:pt idx="643">
                  <c:v>0</c:v>
                </c:pt>
                <c:pt idx="644">
                  <c:v>2E-3</c:v>
                </c:pt>
                <c:pt idx="645">
                  <c:v>0</c:v>
                </c:pt>
                <c:pt idx="646">
                  <c:v>1E-3</c:v>
                </c:pt>
                <c:pt idx="647">
                  <c:v>2E-3</c:v>
                </c:pt>
                <c:pt idx="648">
                  <c:v>1E-3</c:v>
                </c:pt>
                <c:pt idx="649">
                  <c:v>5.0000000000000001E-3</c:v>
                </c:pt>
                <c:pt idx="650">
                  <c:v>2E-3</c:v>
                </c:pt>
                <c:pt idx="651">
                  <c:v>0</c:v>
                </c:pt>
                <c:pt idx="652">
                  <c:v>2E-3</c:v>
                </c:pt>
                <c:pt idx="653">
                  <c:v>0</c:v>
                </c:pt>
                <c:pt idx="654">
                  <c:v>2E-3</c:v>
                </c:pt>
                <c:pt idx="655">
                  <c:v>8.0000000000000002E-3</c:v>
                </c:pt>
                <c:pt idx="656">
                  <c:v>3.0000000000000001E-3</c:v>
                </c:pt>
                <c:pt idx="657">
                  <c:v>1.4E-2</c:v>
                </c:pt>
                <c:pt idx="658">
                  <c:v>6.0000000000000001E-3</c:v>
                </c:pt>
                <c:pt idx="659">
                  <c:v>1E-3</c:v>
                </c:pt>
                <c:pt idx="660">
                  <c:v>4.0000000000000001E-3</c:v>
                </c:pt>
                <c:pt idx="661">
                  <c:v>1E-3</c:v>
                </c:pt>
                <c:pt idx="662">
                  <c:v>1E-3</c:v>
                </c:pt>
                <c:pt idx="663">
                  <c:v>0</c:v>
                </c:pt>
                <c:pt idx="664">
                  <c:v>1E-3</c:v>
                </c:pt>
                <c:pt idx="665">
                  <c:v>1E-3</c:v>
                </c:pt>
                <c:pt idx="666">
                  <c:v>0</c:v>
                </c:pt>
                <c:pt idx="667">
                  <c:v>2E-3</c:v>
                </c:pt>
                <c:pt idx="668">
                  <c:v>1E-3</c:v>
                </c:pt>
                <c:pt idx="669">
                  <c:v>0</c:v>
                </c:pt>
                <c:pt idx="670">
                  <c:v>8.0000000000000002E-3</c:v>
                </c:pt>
                <c:pt idx="671">
                  <c:v>1E-3</c:v>
                </c:pt>
                <c:pt idx="672">
                  <c:v>2E-3</c:v>
                </c:pt>
                <c:pt idx="673">
                  <c:v>7.0000000000000001E-3</c:v>
                </c:pt>
                <c:pt idx="674">
                  <c:v>4.0000000000000001E-3</c:v>
                </c:pt>
                <c:pt idx="675">
                  <c:v>2E-3</c:v>
                </c:pt>
                <c:pt idx="676">
                  <c:v>1E-3</c:v>
                </c:pt>
                <c:pt idx="677">
                  <c:v>4.0000000000000001E-3</c:v>
                </c:pt>
                <c:pt idx="678">
                  <c:v>1E-3</c:v>
                </c:pt>
                <c:pt idx="679">
                  <c:v>2E-3</c:v>
                </c:pt>
                <c:pt idx="680">
                  <c:v>1E-3</c:v>
                </c:pt>
                <c:pt idx="681">
                  <c:v>0</c:v>
                </c:pt>
                <c:pt idx="682">
                  <c:v>0</c:v>
                </c:pt>
                <c:pt idx="683">
                  <c:v>0</c:v>
                </c:pt>
                <c:pt idx="684">
                  <c:v>0</c:v>
                </c:pt>
                <c:pt idx="685">
                  <c:v>2E-3</c:v>
                </c:pt>
                <c:pt idx="686">
                  <c:v>1E-3</c:v>
                </c:pt>
                <c:pt idx="687">
                  <c:v>1E-3</c:v>
                </c:pt>
                <c:pt idx="688">
                  <c:v>1E-3</c:v>
                </c:pt>
                <c:pt idx="689">
                  <c:v>1E-3</c:v>
                </c:pt>
                <c:pt idx="690">
                  <c:v>0</c:v>
                </c:pt>
                <c:pt idx="691">
                  <c:v>0</c:v>
                </c:pt>
                <c:pt idx="692">
                  <c:v>0</c:v>
                </c:pt>
                <c:pt idx="693">
                  <c:v>0</c:v>
                </c:pt>
                <c:pt idx="694">
                  <c:v>0</c:v>
                </c:pt>
                <c:pt idx="695">
                  <c:v>2E-3</c:v>
                </c:pt>
                <c:pt idx="696">
                  <c:v>3.0000000000000001E-3</c:v>
                </c:pt>
                <c:pt idx="697">
                  <c:v>2E-3</c:v>
                </c:pt>
                <c:pt idx="698">
                  <c:v>5.0000000000000001E-3</c:v>
                </c:pt>
                <c:pt idx="699">
                  <c:v>1E-3</c:v>
                </c:pt>
                <c:pt idx="700">
                  <c:v>4.0000000000000001E-3</c:v>
                </c:pt>
                <c:pt idx="701">
                  <c:v>3.0000000000000001E-3</c:v>
                </c:pt>
                <c:pt idx="702">
                  <c:v>3.0000000000000001E-3</c:v>
                </c:pt>
                <c:pt idx="703">
                  <c:v>3.0000000000000001E-3</c:v>
                </c:pt>
                <c:pt idx="704">
                  <c:v>2E-3</c:v>
                </c:pt>
                <c:pt idx="705">
                  <c:v>6.0000000000000001E-3</c:v>
                </c:pt>
                <c:pt idx="706">
                  <c:v>5.0000000000000001E-3</c:v>
                </c:pt>
                <c:pt idx="707">
                  <c:v>1.4999999999999999E-2</c:v>
                </c:pt>
                <c:pt idx="708">
                  <c:v>1.2999999999999999E-2</c:v>
                </c:pt>
                <c:pt idx="709">
                  <c:v>2.4E-2</c:v>
                </c:pt>
                <c:pt idx="710">
                  <c:v>1.2E-2</c:v>
                </c:pt>
                <c:pt idx="711">
                  <c:v>4.0000000000000001E-3</c:v>
                </c:pt>
                <c:pt idx="712">
                  <c:v>6.0000000000000001E-3</c:v>
                </c:pt>
                <c:pt idx="713">
                  <c:v>0</c:v>
                </c:pt>
                <c:pt idx="714">
                  <c:v>2E-3</c:v>
                </c:pt>
                <c:pt idx="715">
                  <c:v>2E-3</c:v>
                </c:pt>
                <c:pt idx="716">
                  <c:v>0</c:v>
                </c:pt>
                <c:pt idx="717">
                  <c:v>8.9999999999999993E-3</c:v>
                </c:pt>
                <c:pt idx="718">
                  <c:v>6.0000000000000001E-3</c:v>
                </c:pt>
                <c:pt idx="719">
                  <c:v>8.9999999999999993E-3</c:v>
                </c:pt>
                <c:pt idx="720">
                  <c:v>2.1000000000000001E-2</c:v>
                </c:pt>
                <c:pt idx="721">
                  <c:v>8.9999999999999993E-3</c:v>
                </c:pt>
                <c:pt idx="722">
                  <c:v>1.4999999999999999E-2</c:v>
                </c:pt>
                <c:pt idx="723">
                  <c:v>1.4999999999999999E-2</c:v>
                </c:pt>
                <c:pt idx="724">
                  <c:v>5.0000000000000001E-3</c:v>
                </c:pt>
                <c:pt idx="725">
                  <c:v>6.0000000000000001E-3</c:v>
                </c:pt>
                <c:pt idx="726">
                  <c:v>2E-3</c:v>
                </c:pt>
                <c:pt idx="727">
                  <c:v>0</c:v>
                </c:pt>
                <c:pt idx="728">
                  <c:v>0</c:v>
                </c:pt>
                <c:pt idx="729">
                  <c:v>0</c:v>
                </c:pt>
                <c:pt idx="730">
                  <c:v>0</c:v>
                </c:pt>
                <c:pt idx="731">
                  <c:v>2E-3</c:v>
                </c:pt>
                <c:pt idx="732">
                  <c:v>1E-3</c:v>
                </c:pt>
                <c:pt idx="733">
                  <c:v>0</c:v>
                </c:pt>
                <c:pt idx="734">
                  <c:v>0</c:v>
                </c:pt>
                <c:pt idx="735">
                  <c:v>0</c:v>
                </c:pt>
                <c:pt idx="736">
                  <c:v>0</c:v>
                </c:pt>
                <c:pt idx="737">
                  <c:v>4.0000000000000001E-3</c:v>
                </c:pt>
                <c:pt idx="738">
                  <c:v>7.0000000000000001E-3</c:v>
                </c:pt>
                <c:pt idx="739">
                  <c:v>8.0000000000000002E-3</c:v>
                </c:pt>
                <c:pt idx="740">
                  <c:v>1.7000000000000001E-2</c:v>
                </c:pt>
                <c:pt idx="741">
                  <c:v>1.2999999999999999E-2</c:v>
                </c:pt>
                <c:pt idx="742">
                  <c:v>1.7000000000000001E-2</c:v>
                </c:pt>
                <c:pt idx="743">
                  <c:v>1.2E-2</c:v>
                </c:pt>
                <c:pt idx="744">
                  <c:v>3.0000000000000001E-3</c:v>
                </c:pt>
                <c:pt idx="745">
                  <c:v>6.0000000000000001E-3</c:v>
                </c:pt>
                <c:pt idx="746">
                  <c:v>3.0000000000000001E-3</c:v>
                </c:pt>
                <c:pt idx="747">
                  <c:v>2E-3</c:v>
                </c:pt>
                <c:pt idx="748">
                  <c:v>3.0000000000000001E-3</c:v>
                </c:pt>
                <c:pt idx="749">
                  <c:v>1E-3</c:v>
                </c:pt>
                <c:pt idx="750">
                  <c:v>2E-3</c:v>
                </c:pt>
                <c:pt idx="751">
                  <c:v>1E-3</c:v>
                </c:pt>
                <c:pt idx="752">
                  <c:v>1E-3</c:v>
                </c:pt>
                <c:pt idx="753">
                  <c:v>4.0000000000000001E-3</c:v>
                </c:pt>
                <c:pt idx="754">
                  <c:v>2E-3</c:v>
                </c:pt>
                <c:pt idx="755">
                  <c:v>2E-3</c:v>
                </c:pt>
                <c:pt idx="756">
                  <c:v>1E-3</c:v>
                </c:pt>
                <c:pt idx="757">
                  <c:v>2E-3</c:v>
                </c:pt>
                <c:pt idx="758">
                  <c:v>1E-3</c:v>
                </c:pt>
                <c:pt idx="759">
                  <c:v>0</c:v>
                </c:pt>
                <c:pt idx="760">
                  <c:v>0</c:v>
                </c:pt>
                <c:pt idx="761">
                  <c:v>0</c:v>
                </c:pt>
                <c:pt idx="762">
                  <c:v>0</c:v>
                </c:pt>
                <c:pt idx="763">
                  <c:v>3.0000000000000001E-3</c:v>
                </c:pt>
                <c:pt idx="764">
                  <c:v>0</c:v>
                </c:pt>
                <c:pt idx="765">
                  <c:v>0</c:v>
                </c:pt>
                <c:pt idx="766">
                  <c:v>1E-3</c:v>
                </c:pt>
                <c:pt idx="767">
                  <c:v>0</c:v>
                </c:pt>
                <c:pt idx="768">
                  <c:v>0</c:v>
                </c:pt>
                <c:pt idx="769">
                  <c:v>1E-3</c:v>
                </c:pt>
                <c:pt idx="770">
                  <c:v>0</c:v>
                </c:pt>
                <c:pt idx="771">
                  <c:v>1E-3</c:v>
                </c:pt>
                <c:pt idx="772">
                  <c:v>0</c:v>
                </c:pt>
                <c:pt idx="773">
                  <c:v>0</c:v>
                </c:pt>
                <c:pt idx="774">
                  <c:v>1E-3</c:v>
                </c:pt>
                <c:pt idx="775">
                  <c:v>1E-3</c:v>
                </c:pt>
                <c:pt idx="776">
                  <c:v>1E-3</c:v>
                </c:pt>
                <c:pt idx="777">
                  <c:v>3.0000000000000001E-3</c:v>
                </c:pt>
                <c:pt idx="778">
                  <c:v>3.0000000000000001E-3</c:v>
                </c:pt>
                <c:pt idx="779">
                  <c:v>1E-3</c:v>
                </c:pt>
                <c:pt idx="780">
                  <c:v>1E-3</c:v>
                </c:pt>
                <c:pt idx="781">
                  <c:v>0</c:v>
                </c:pt>
                <c:pt idx="782">
                  <c:v>1E-3</c:v>
                </c:pt>
                <c:pt idx="783">
                  <c:v>1E-3</c:v>
                </c:pt>
                <c:pt idx="784">
                  <c:v>0</c:v>
                </c:pt>
                <c:pt idx="785">
                  <c:v>1E-3</c:v>
                </c:pt>
                <c:pt idx="786">
                  <c:v>1E-3</c:v>
                </c:pt>
                <c:pt idx="787">
                  <c:v>2E-3</c:v>
                </c:pt>
                <c:pt idx="788">
                  <c:v>1E-3</c:v>
                </c:pt>
                <c:pt idx="789">
                  <c:v>1E-3</c:v>
                </c:pt>
                <c:pt idx="790">
                  <c:v>0</c:v>
                </c:pt>
                <c:pt idx="791">
                  <c:v>0</c:v>
                </c:pt>
                <c:pt idx="792">
                  <c:v>0</c:v>
                </c:pt>
                <c:pt idx="793">
                  <c:v>0</c:v>
                </c:pt>
                <c:pt idx="794">
                  <c:v>2E-3</c:v>
                </c:pt>
                <c:pt idx="795">
                  <c:v>1E-3</c:v>
                </c:pt>
                <c:pt idx="796">
                  <c:v>0</c:v>
                </c:pt>
                <c:pt idx="797">
                  <c:v>0</c:v>
                </c:pt>
                <c:pt idx="798">
                  <c:v>0</c:v>
                </c:pt>
                <c:pt idx="799">
                  <c:v>0</c:v>
                </c:pt>
                <c:pt idx="800">
                  <c:v>2E-3</c:v>
                </c:pt>
                <c:pt idx="801">
                  <c:v>1E-3</c:v>
                </c:pt>
                <c:pt idx="802">
                  <c:v>0</c:v>
                </c:pt>
                <c:pt idx="803">
                  <c:v>3.0000000000000001E-3</c:v>
                </c:pt>
                <c:pt idx="804">
                  <c:v>1E-3</c:v>
                </c:pt>
                <c:pt idx="805">
                  <c:v>0</c:v>
                </c:pt>
                <c:pt idx="806">
                  <c:v>2E-3</c:v>
                </c:pt>
                <c:pt idx="807">
                  <c:v>2E-3</c:v>
                </c:pt>
                <c:pt idx="808">
                  <c:v>1E-3</c:v>
                </c:pt>
                <c:pt idx="809">
                  <c:v>8.9999999999999993E-3</c:v>
                </c:pt>
                <c:pt idx="810">
                  <c:v>2E-3</c:v>
                </c:pt>
                <c:pt idx="811">
                  <c:v>2E-3</c:v>
                </c:pt>
                <c:pt idx="812">
                  <c:v>2E-3</c:v>
                </c:pt>
                <c:pt idx="813">
                  <c:v>1E-3</c:v>
                </c:pt>
                <c:pt idx="814">
                  <c:v>3.0000000000000001E-3</c:v>
                </c:pt>
                <c:pt idx="815">
                  <c:v>2E-3</c:v>
                </c:pt>
                <c:pt idx="816">
                  <c:v>4.0000000000000001E-3</c:v>
                </c:pt>
                <c:pt idx="817">
                  <c:v>3.0000000000000001E-3</c:v>
                </c:pt>
                <c:pt idx="818">
                  <c:v>5.0000000000000001E-3</c:v>
                </c:pt>
                <c:pt idx="819">
                  <c:v>3.0000000000000001E-3</c:v>
                </c:pt>
                <c:pt idx="820">
                  <c:v>1E-3</c:v>
                </c:pt>
                <c:pt idx="821">
                  <c:v>0</c:v>
                </c:pt>
                <c:pt idx="822">
                  <c:v>0</c:v>
                </c:pt>
                <c:pt idx="823">
                  <c:v>0</c:v>
                </c:pt>
                <c:pt idx="824">
                  <c:v>0</c:v>
                </c:pt>
                <c:pt idx="825">
                  <c:v>0</c:v>
                </c:pt>
                <c:pt idx="826">
                  <c:v>2E-3</c:v>
                </c:pt>
                <c:pt idx="827">
                  <c:v>1E-3</c:v>
                </c:pt>
                <c:pt idx="828">
                  <c:v>2E-3</c:v>
                </c:pt>
                <c:pt idx="829">
                  <c:v>3.0000000000000001E-3</c:v>
                </c:pt>
                <c:pt idx="830">
                  <c:v>0</c:v>
                </c:pt>
                <c:pt idx="831">
                  <c:v>0</c:v>
                </c:pt>
                <c:pt idx="832">
                  <c:v>0</c:v>
                </c:pt>
                <c:pt idx="833">
                  <c:v>0</c:v>
                </c:pt>
                <c:pt idx="834">
                  <c:v>0</c:v>
                </c:pt>
                <c:pt idx="835">
                  <c:v>2E-3</c:v>
                </c:pt>
                <c:pt idx="836">
                  <c:v>1E-3</c:v>
                </c:pt>
                <c:pt idx="837">
                  <c:v>3.0000000000000001E-3</c:v>
                </c:pt>
                <c:pt idx="838">
                  <c:v>5.0000000000000001E-3</c:v>
                </c:pt>
                <c:pt idx="839">
                  <c:v>4.0000000000000001E-3</c:v>
                </c:pt>
                <c:pt idx="840">
                  <c:v>4.0000000000000001E-3</c:v>
                </c:pt>
                <c:pt idx="841">
                  <c:v>5.0000000000000001E-3</c:v>
                </c:pt>
                <c:pt idx="842">
                  <c:v>3.0000000000000001E-3</c:v>
                </c:pt>
                <c:pt idx="843">
                  <c:v>4.0000000000000001E-3</c:v>
                </c:pt>
                <c:pt idx="844">
                  <c:v>0</c:v>
                </c:pt>
                <c:pt idx="845">
                  <c:v>2E-3</c:v>
                </c:pt>
                <c:pt idx="846">
                  <c:v>0</c:v>
                </c:pt>
                <c:pt idx="847">
                  <c:v>1E-3</c:v>
                </c:pt>
                <c:pt idx="848">
                  <c:v>1E-3</c:v>
                </c:pt>
                <c:pt idx="849">
                  <c:v>1E-3</c:v>
                </c:pt>
                <c:pt idx="850">
                  <c:v>0</c:v>
                </c:pt>
                <c:pt idx="851">
                  <c:v>0</c:v>
                </c:pt>
                <c:pt idx="852">
                  <c:v>0</c:v>
                </c:pt>
                <c:pt idx="853">
                  <c:v>0</c:v>
                </c:pt>
                <c:pt idx="854">
                  <c:v>0</c:v>
                </c:pt>
                <c:pt idx="855">
                  <c:v>1E-3</c:v>
                </c:pt>
                <c:pt idx="856">
                  <c:v>0</c:v>
                </c:pt>
                <c:pt idx="857">
                  <c:v>2E-3</c:v>
                </c:pt>
                <c:pt idx="858">
                  <c:v>3.0000000000000001E-3</c:v>
                </c:pt>
                <c:pt idx="859">
                  <c:v>3.0000000000000001E-3</c:v>
                </c:pt>
                <c:pt idx="860">
                  <c:v>6.0000000000000001E-3</c:v>
                </c:pt>
                <c:pt idx="861">
                  <c:v>6.0000000000000001E-3</c:v>
                </c:pt>
                <c:pt idx="862">
                  <c:v>4.0000000000000001E-3</c:v>
                </c:pt>
                <c:pt idx="863">
                  <c:v>6.0000000000000001E-3</c:v>
                </c:pt>
                <c:pt idx="864">
                  <c:v>2E-3</c:v>
                </c:pt>
                <c:pt idx="865">
                  <c:v>0</c:v>
                </c:pt>
                <c:pt idx="866">
                  <c:v>0</c:v>
                </c:pt>
                <c:pt idx="867">
                  <c:v>0</c:v>
                </c:pt>
                <c:pt idx="868">
                  <c:v>0</c:v>
                </c:pt>
                <c:pt idx="869">
                  <c:v>1E-3</c:v>
                </c:pt>
                <c:pt idx="870">
                  <c:v>1E-3</c:v>
                </c:pt>
                <c:pt idx="871">
                  <c:v>1E-3</c:v>
                </c:pt>
                <c:pt idx="872">
                  <c:v>2E-3</c:v>
                </c:pt>
                <c:pt idx="873">
                  <c:v>0</c:v>
                </c:pt>
                <c:pt idx="874">
                  <c:v>1E-3</c:v>
                </c:pt>
                <c:pt idx="875">
                  <c:v>1E-3</c:v>
                </c:pt>
                <c:pt idx="876">
                  <c:v>0</c:v>
                </c:pt>
                <c:pt idx="877">
                  <c:v>2E-3</c:v>
                </c:pt>
                <c:pt idx="878">
                  <c:v>1E-3</c:v>
                </c:pt>
                <c:pt idx="879">
                  <c:v>1E-3</c:v>
                </c:pt>
                <c:pt idx="880">
                  <c:v>1E-3</c:v>
                </c:pt>
                <c:pt idx="881">
                  <c:v>2E-3</c:v>
                </c:pt>
                <c:pt idx="882">
                  <c:v>2E-3</c:v>
                </c:pt>
                <c:pt idx="883">
                  <c:v>1E-3</c:v>
                </c:pt>
                <c:pt idx="884">
                  <c:v>1E-3</c:v>
                </c:pt>
                <c:pt idx="885">
                  <c:v>1E-3</c:v>
                </c:pt>
                <c:pt idx="886">
                  <c:v>1E-3</c:v>
                </c:pt>
                <c:pt idx="887">
                  <c:v>0</c:v>
                </c:pt>
                <c:pt idx="888">
                  <c:v>0</c:v>
                </c:pt>
                <c:pt idx="889">
                  <c:v>0</c:v>
                </c:pt>
                <c:pt idx="890">
                  <c:v>0</c:v>
                </c:pt>
                <c:pt idx="891">
                  <c:v>0</c:v>
                </c:pt>
                <c:pt idx="892">
                  <c:v>2E-3</c:v>
                </c:pt>
                <c:pt idx="893">
                  <c:v>5.0000000000000001E-3</c:v>
                </c:pt>
                <c:pt idx="894">
                  <c:v>3.0000000000000001E-3</c:v>
                </c:pt>
                <c:pt idx="895">
                  <c:v>5.0000000000000001E-3</c:v>
                </c:pt>
                <c:pt idx="896">
                  <c:v>5.0000000000000001E-3</c:v>
                </c:pt>
                <c:pt idx="897">
                  <c:v>2E-3</c:v>
                </c:pt>
                <c:pt idx="898">
                  <c:v>4.0000000000000001E-3</c:v>
                </c:pt>
                <c:pt idx="899">
                  <c:v>2E-3</c:v>
                </c:pt>
                <c:pt idx="900">
                  <c:v>4.0000000000000001E-3</c:v>
                </c:pt>
                <c:pt idx="901">
                  <c:v>4.0000000000000001E-3</c:v>
                </c:pt>
                <c:pt idx="902">
                  <c:v>5.0000000000000001E-3</c:v>
                </c:pt>
                <c:pt idx="903">
                  <c:v>7.0000000000000001E-3</c:v>
                </c:pt>
                <c:pt idx="904">
                  <c:v>5.0000000000000001E-3</c:v>
                </c:pt>
                <c:pt idx="905">
                  <c:v>0.01</c:v>
                </c:pt>
                <c:pt idx="906">
                  <c:v>3.0000000000000001E-3</c:v>
                </c:pt>
                <c:pt idx="907">
                  <c:v>8.0000000000000002E-3</c:v>
                </c:pt>
                <c:pt idx="908">
                  <c:v>8.0000000000000002E-3</c:v>
                </c:pt>
                <c:pt idx="909">
                  <c:v>1.7000000000000001E-2</c:v>
                </c:pt>
                <c:pt idx="910">
                  <c:v>1.7000000000000001E-2</c:v>
                </c:pt>
                <c:pt idx="911">
                  <c:v>1.2999999999999999E-2</c:v>
                </c:pt>
                <c:pt idx="912">
                  <c:v>0.01</c:v>
                </c:pt>
                <c:pt idx="913">
                  <c:v>7.0000000000000001E-3</c:v>
                </c:pt>
                <c:pt idx="914">
                  <c:v>7.0000000000000001E-3</c:v>
                </c:pt>
                <c:pt idx="915">
                  <c:v>5.0000000000000001E-3</c:v>
                </c:pt>
                <c:pt idx="916">
                  <c:v>1.0999999999999999E-2</c:v>
                </c:pt>
                <c:pt idx="917">
                  <c:v>7.0000000000000001E-3</c:v>
                </c:pt>
                <c:pt idx="918">
                  <c:v>1.2E-2</c:v>
                </c:pt>
                <c:pt idx="919">
                  <c:v>5.0000000000000001E-3</c:v>
                </c:pt>
                <c:pt idx="920">
                  <c:v>8.0000000000000002E-3</c:v>
                </c:pt>
                <c:pt idx="921">
                  <c:v>8.0000000000000002E-3</c:v>
                </c:pt>
                <c:pt idx="922">
                  <c:v>3.0000000000000001E-3</c:v>
                </c:pt>
                <c:pt idx="923">
                  <c:v>2E-3</c:v>
                </c:pt>
                <c:pt idx="924">
                  <c:v>7.0000000000000001E-3</c:v>
                </c:pt>
                <c:pt idx="925">
                  <c:v>3.0000000000000001E-3</c:v>
                </c:pt>
                <c:pt idx="926">
                  <c:v>7.0000000000000001E-3</c:v>
                </c:pt>
                <c:pt idx="927">
                  <c:v>8.0000000000000002E-3</c:v>
                </c:pt>
                <c:pt idx="928">
                  <c:v>5.0000000000000001E-3</c:v>
                </c:pt>
                <c:pt idx="929">
                  <c:v>6.0000000000000001E-3</c:v>
                </c:pt>
                <c:pt idx="930">
                  <c:v>6.0000000000000001E-3</c:v>
                </c:pt>
                <c:pt idx="931">
                  <c:v>6.0000000000000001E-3</c:v>
                </c:pt>
                <c:pt idx="932">
                  <c:v>1E-3</c:v>
                </c:pt>
                <c:pt idx="933">
                  <c:v>4.0000000000000001E-3</c:v>
                </c:pt>
                <c:pt idx="934">
                  <c:v>1E-3</c:v>
                </c:pt>
                <c:pt idx="935">
                  <c:v>2E-3</c:v>
                </c:pt>
                <c:pt idx="936">
                  <c:v>2E-3</c:v>
                </c:pt>
                <c:pt idx="937">
                  <c:v>1E-3</c:v>
                </c:pt>
                <c:pt idx="938">
                  <c:v>1E-3</c:v>
                </c:pt>
                <c:pt idx="939">
                  <c:v>1E-3</c:v>
                </c:pt>
                <c:pt idx="940">
                  <c:v>0</c:v>
                </c:pt>
                <c:pt idx="941">
                  <c:v>0</c:v>
                </c:pt>
                <c:pt idx="942">
                  <c:v>0</c:v>
                </c:pt>
                <c:pt idx="943">
                  <c:v>0</c:v>
                </c:pt>
                <c:pt idx="944">
                  <c:v>2E-3</c:v>
                </c:pt>
                <c:pt idx="945">
                  <c:v>0</c:v>
                </c:pt>
                <c:pt idx="946">
                  <c:v>2E-3</c:v>
                </c:pt>
                <c:pt idx="947">
                  <c:v>3.0000000000000001E-3</c:v>
                </c:pt>
                <c:pt idx="948">
                  <c:v>1E-3</c:v>
                </c:pt>
                <c:pt idx="949">
                  <c:v>7.0000000000000001E-3</c:v>
                </c:pt>
                <c:pt idx="950">
                  <c:v>4.0000000000000001E-3</c:v>
                </c:pt>
                <c:pt idx="951">
                  <c:v>5.0000000000000001E-3</c:v>
                </c:pt>
                <c:pt idx="952">
                  <c:v>4.0000000000000001E-3</c:v>
                </c:pt>
                <c:pt idx="953">
                  <c:v>5.0000000000000001E-3</c:v>
                </c:pt>
                <c:pt idx="954">
                  <c:v>4.0000000000000001E-3</c:v>
                </c:pt>
                <c:pt idx="955">
                  <c:v>4.0000000000000001E-3</c:v>
                </c:pt>
                <c:pt idx="956">
                  <c:v>3.0000000000000001E-3</c:v>
                </c:pt>
                <c:pt idx="957">
                  <c:v>2E-3</c:v>
                </c:pt>
                <c:pt idx="958">
                  <c:v>2E-3</c:v>
                </c:pt>
                <c:pt idx="959">
                  <c:v>3.0000000000000001E-3</c:v>
                </c:pt>
                <c:pt idx="960">
                  <c:v>0</c:v>
                </c:pt>
                <c:pt idx="961">
                  <c:v>2E-3</c:v>
                </c:pt>
                <c:pt idx="962">
                  <c:v>0</c:v>
                </c:pt>
                <c:pt idx="963">
                  <c:v>1E-3</c:v>
                </c:pt>
                <c:pt idx="964">
                  <c:v>2E-3</c:v>
                </c:pt>
                <c:pt idx="965">
                  <c:v>1E-3</c:v>
                </c:pt>
                <c:pt idx="966">
                  <c:v>0</c:v>
                </c:pt>
                <c:pt idx="967">
                  <c:v>2E-3</c:v>
                </c:pt>
                <c:pt idx="968">
                  <c:v>1E-3</c:v>
                </c:pt>
                <c:pt idx="969">
                  <c:v>2E-3</c:v>
                </c:pt>
                <c:pt idx="970">
                  <c:v>4.0000000000000001E-3</c:v>
                </c:pt>
                <c:pt idx="971">
                  <c:v>0</c:v>
                </c:pt>
                <c:pt idx="972">
                  <c:v>2E-3</c:v>
                </c:pt>
                <c:pt idx="973">
                  <c:v>1E-3</c:v>
                </c:pt>
                <c:pt idx="974">
                  <c:v>1E-3</c:v>
                </c:pt>
                <c:pt idx="975">
                  <c:v>1E-3</c:v>
                </c:pt>
                <c:pt idx="976">
                  <c:v>1E-3</c:v>
                </c:pt>
                <c:pt idx="977">
                  <c:v>1E-3</c:v>
                </c:pt>
                <c:pt idx="978">
                  <c:v>0</c:v>
                </c:pt>
                <c:pt idx="979">
                  <c:v>0</c:v>
                </c:pt>
                <c:pt idx="980">
                  <c:v>0</c:v>
                </c:pt>
                <c:pt idx="981">
                  <c:v>0</c:v>
                </c:pt>
                <c:pt idx="982">
                  <c:v>1E-3</c:v>
                </c:pt>
                <c:pt idx="983">
                  <c:v>0</c:v>
                </c:pt>
                <c:pt idx="984">
                  <c:v>0</c:v>
                </c:pt>
              </c:numCache>
            </c:numRef>
          </c:xVal>
          <c:yVal>
            <c:numRef>
              <c:f>'Mobility Curve FF'!$AG$3:$AG$987</c:f>
              <c:numCache>
                <c:formatCode>General</c:formatCode>
                <c:ptCount val="985"/>
                <c:pt idx="0">
                  <c:v>0.998</c:v>
                </c:pt>
                <c:pt idx="1">
                  <c:v>0.997</c:v>
                </c:pt>
                <c:pt idx="2">
                  <c:v>0.999</c:v>
                </c:pt>
                <c:pt idx="3">
                  <c:v>0.78200000000000003</c:v>
                </c:pt>
                <c:pt idx="4">
                  <c:v>0.77100000000000002</c:v>
                </c:pt>
                <c:pt idx="5">
                  <c:v>0.71</c:v>
                </c:pt>
                <c:pt idx="6">
                  <c:v>0.65800000000000003</c:v>
                </c:pt>
                <c:pt idx="7">
                  <c:v>0.45300000000000001</c:v>
                </c:pt>
                <c:pt idx="8">
                  <c:v>0.34599999999999997</c:v>
                </c:pt>
                <c:pt idx="9">
                  <c:v>0.51100000000000001</c:v>
                </c:pt>
                <c:pt idx="10">
                  <c:v>0.44700000000000001</c:v>
                </c:pt>
                <c:pt idx="11">
                  <c:v>0.439</c:v>
                </c:pt>
                <c:pt idx="12">
                  <c:v>0.53500000000000003</c:v>
                </c:pt>
                <c:pt idx="13">
                  <c:v>0.54700000000000004</c:v>
                </c:pt>
                <c:pt idx="14">
                  <c:v>0.76600000000000001</c:v>
                </c:pt>
                <c:pt idx="15">
                  <c:v>0.71799999999999997</c:v>
                </c:pt>
                <c:pt idx="16">
                  <c:v>0.73799999999999999</c:v>
                </c:pt>
                <c:pt idx="17">
                  <c:v>0.66500000000000004</c:v>
                </c:pt>
                <c:pt idx="18">
                  <c:v>0.71299999999999997</c:v>
                </c:pt>
                <c:pt idx="19">
                  <c:v>0.84799999999999998</c:v>
                </c:pt>
                <c:pt idx="20">
                  <c:v>0.55800000000000005</c:v>
                </c:pt>
                <c:pt idx="21">
                  <c:v>0.71899999999999997</c:v>
                </c:pt>
                <c:pt idx="22">
                  <c:v>0.35699999999999998</c:v>
                </c:pt>
                <c:pt idx="23">
                  <c:v>0.35899999999999999</c:v>
                </c:pt>
                <c:pt idx="24">
                  <c:v>0.65600000000000003</c:v>
                </c:pt>
                <c:pt idx="25">
                  <c:v>0.7</c:v>
                </c:pt>
                <c:pt idx="26">
                  <c:v>0.79400000000000004</c:v>
                </c:pt>
                <c:pt idx="27">
                  <c:v>0.995</c:v>
                </c:pt>
                <c:pt idx="28">
                  <c:v>0.78200000000000003</c:v>
                </c:pt>
                <c:pt idx="29">
                  <c:v>0.998</c:v>
                </c:pt>
                <c:pt idx="30">
                  <c:v>0.8</c:v>
                </c:pt>
                <c:pt idx="31">
                  <c:v>0.55900000000000005</c:v>
                </c:pt>
                <c:pt idx="32">
                  <c:v>0.72299999999999998</c:v>
                </c:pt>
                <c:pt idx="33">
                  <c:v>0.746</c:v>
                </c:pt>
                <c:pt idx="34">
                  <c:v>0.76300000000000001</c:v>
                </c:pt>
                <c:pt idx="35">
                  <c:v>0.78700000000000003</c:v>
                </c:pt>
                <c:pt idx="36">
                  <c:v>0.78800000000000003</c:v>
                </c:pt>
                <c:pt idx="37">
                  <c:v>0.78</c:v>
                </c:pt>
                <c:pt idx="38">
                  <c:v>0.77700000000000002</c:v>
                </c:pt>
                <c:pt idx="39">
                  <c:v>0.78700000000000003</c:v>
                </c:pt>
                <c:pt idx="40">
                  <c:v>0.80400000000000005</c:v>
                </c:pt>
                <c:pt idx="41">
                  <c:v>0.76300000000000001</c:v>
                </c:pt>
                <c:pt idx="42">
                  <c:v>0.76700000000000002</c:v>
                </c:pt>
                <c:pt idx="43">
                  <c:v>0.77800000000000002</c:v>
                </c:pt>
                <c:pt idx="44">
                  <c:v>0.78</c:v>
                </c:pt>
                <c:pt idx="45">
                  <c:v>0.80100000000000005</c:v>
                </c:pt>
                <c:pt idx="46">
                  <c:v>0.998</c:v>
                </c:pt>
                <c:pt idx="47">
                  <c:v>0.999</c:v>
                </c:pt>
                <c:pt idx="48">
                  <c:v>0.999</c:v>
                </c:pt>
                <c:pt idx="49">
                  <c:v>0.80500000000000005</c:v>
                </c:pt>
                <c:pt idx="50">
                  <c:v>0.77100000000000002</c:v>
                </c:pt>
                <c:pt idx="51">
                  <c:v>0.72</c:v>
                </c:pt>
                <c:pt idx="52">
                  <c:v>0.71199999999999997</c:v>
                </c:pt>
                <c:pt idx="53">
                  <c:v>0.54900000000000004</c:v>
                </c:pt>
                <c:pt idx="54">
                  <c:v>0.71799999999999997</c:v>
                </c:pt>
                <c:pt idx="55">
                  <c:v>0.54600000000000004</c:v>
                </c:pt>
                <c:pt idx="56">
                  <c:v>0.746</c:v>
                </c:pt>
                <c:pt idx="57">
                  <c:v>0.79</c:v>
                </c:pt>
                <c:pt idx="58">
                  <c:v>0.77700000000000002</c:v>
                </c:pt>
                <c:pt idx="59">
                  <c:v>0.995</c:v>
                </c:pt>
                <c:pt idx="60">
                  <c:v>0.77800000000000002</c:v>
                </c:pt>
                <c:pt idx="61">
                  <c:v>0.78500000000000003</c:v>
                </c:pt>
                <c:pt idx="62">
                  <c:v>0.80300000000000005</c:v>
                </c:pt>
                <c:pt idx="63">
                  <c:v>0.71599999999999997</c:v>
                </c:pt>
                <c:pt idx="64">
                  <c:v>0.76700000000000002</c:v>
                </c:pt>
                <c:pt idx="65">
                  <c:v>0.78600000000000003</c:v>
                </c:pt>
                <c:pt idx="66">
                  <c:v>0.77700000000000002</c:v>
                </c:pt>
                <c:pt idx="67">
                  <c:v>0.75700000000000001</c:v>
                </c:pt>
                <c:pt idx="68">
                  <c:v>0.56699999999999995</c:v>
                </c:pt>
                <c:pt idx="69">
                  <c:v>0.78900000000000003</c:v>
                </c:pt>
                <c:pt idx="70">
                  <c:v>0.80300000000000005</c:v>
                </c:pt>
                <c:pt idx="71">
                  <c:v>0.77900000000000003</c:v>
                </c:pt>
                <c:pt idx="72">
                  <c:v>0.81200000000000006</c:v>
                </c:pt>
                <c:pt idx="73">
                  <c:v>0.995</c:v>
                </c:pt>
                <c:pt idx="74">
                  <c:v>0.999</c:v>
                </c:pt>
                <c:pt idx="75">
                  <c:v>0.999</c:v>
                </c:pt>
                <c:pt idx="76">
                  <c:v>0.996</c:v>
                </c:pt>
                <c:pt idx="77">
                  <c:v>0.996</c:v>
                </c:pt>
                <c:pt idx="78">
                  <c:v>0.998</c:v>
                </c:pt>
                <c:pt idx="79">
                  <c:v>0.79600000000000004</c:v>
                </c:pt>
                <c:pt idx="80">
                  <c:v>0.80700000000000005</c:v>
                </c:pt>
                <c:pt idx="81">
                  <c:v>0.79500000000000004</c:v>
                </c:pt>
                <c:pt idx="82">
                  <c:v>0.84199999999999997</c:v>
                </c:pt>
                <c:pt idx="83">
                  <c:v>0.45800000000000002</c:v>
                </c:pt>
                <c:pt idx="84">
                  <c:v>0.38200000000000001</c:v>
                </c:pt>
                <c:pt idx="85">
                  <c:v>0.53</c:v>
                </c:pt>
                <c:pt idx="86">
                  <c:v>0.28399999999999997</c:v>
                </c:pt>
                <c:pt idx="87">
                  <c:v>0.74099999999999999</c:v>
                </c:pt>
                <c:pt idx="88">
                  <c:v>0.77600000000000002</c:v>
                </c:pt>
                <c:pt idx="89">
                  <c:v>0.79800000000000004</c:v>
                </c:pt>
                <c:pt idx="90">
                  <c:v>0.78300000000000003</c:v>
                </c:pt>
                <c:pt idx="91">
                  <c:v>0.79700000000000004</c:v>
                </c:pt>
                <c:pt idx="92">
                  <c:v>0.75800000000000001</c:v>
                </c:pt>
                <c:pt idx="93">
                  <c:v>0.56799999999999995</c:v>
                </c:pt>
                <c:pt idx="94">
                  <c:v>0.56999999999999995</c:v>
                </c:pt>
                <c:pt idx="95">
                  <c:v>0.70899999999999996</c:v>
                </c:pt>
                <c:pt idx="96">
                  <c:v>0.70599999999999996</c:v>
                </c:pt>
                <c:pt idx="97">
                  <c:v>0.70499999999999996</c:v>
                </c:pt>
                <c:pt idx="98">
                  <c:v>0.56499999999999995</c:v>
                </c:pt>
                <c:pt idx="99">
                  <c:v>0.74099999999999999</c:v>
                </c:pt>
                <c:pt idx="100">
                  <c:v>0.80700000000000005</c:v>
                </c:pt>
                <c:pt idx="101">
                  <c:v>0.77400000000000002</c:v>
                </c:pt>
                <c:pt idx="102">
                  <c:v>0.78600000000000003</c:v>
                </c:pt>
                <c:pt idx="103">
                  <c:v>0.80100000000000005</c:v>
                </c:pt>
                <c:pt idx="104">
                  <c:v>0.73799999999999999</c:v>
                </c:pt>
                <c:pt idx="105">
                  <c:v>0.69099999999999995</c:v>
                </c:pt>
                <c:pt idx="106">
                  <c:v>0.66100000000000003</c:v>
                </c:pt>
                <c:pt idx="107">
                  <c:v>0.46400000000000002</c:v>
                </c:pt>
                <c:pt idx="108">
                  <c:v>0.55500000000000005</c:v>
                </c:pt>
                <c:pt idx="109">
                  <c:v>0.72499999999999998</c:v>
                </c:pt>
                <c:pt idx="110">
                  <c:v>0.78800000000000003</c:v>
                </c:pt>
                <c:pt idx="111">
                  <c:v>0.78600000000000003</c:v>
                </c:pt>
                <c:pt idx="112">
                  <c:v>0.80500000000000005</c:v>
                </c:pt>
                <c:pt idx="113">
                  <c:v>0.77700000000000002</c:v>
                </c:pt>
                <c:pt idx="114">
                  <c:v>0.749</c:v>
                </c:pt>
                <c:pt idx="115">
                  <c:v>0.80400000000000005</c:v>
                </c:pt>
                <c:pt idx="116">
                  <c:v>0.78600000000000003</c:v>
                </c:pt>
                <c:pt idx="117">
                  <c:v>0.73799999999999999</c:v>
                </c:pt>
                <c:pt idx="118">
                  <c:v>0.70599999999999996</c:v>
                </c:pt>
                <c:pt idx="119">
                  <c:v>0.69299999999999995</c:v>
                </c:pt>
                <c:pt idx="120">
                  <c:v>0.70499999999999996</c:v>
                </c:pt>
                <c:pt idx="121">
                  <c:v>0.67100000000000004</c:v>
                </c:pt>
                <c:pt idx="122">
                  <c:v>0.69699999999999995</c:v>
                </c:pt>
                <c:pt idx="123">
                  <c:v>0.69499999999999995</c:v>
                </c:pt>
                <c:pt idx="124">
                  <c:v>0.73799999999999999</c:v>
                </c:pt>
                <c:pt idx="125">
                  <c:v>0.71</c:v>
                </c:pt>
                <c:pt idx="126">
                  <c:v>0.57599999999999996</c:v>
                </c:pt>
                <c:pt idx="127">
                  <c:v>0.69299999999999995</c:v>
                </c:pt>
                <c:pt idx="128">
                  <c:v>0.77700000000000002</c:v>
                </c:pt>
                <c:pt idx="129">
                  <c:v>0.80200000000000005</c:v>
                </c:pt>
                <c:pt idx="130">
                  <c:v>0.79300000000000004</c:v>
                </c:pt>
                <c:pt idx="131">
                  <c:v>0.80800000000000005</c:v>
                </c:pt>
                <c:pt idx="132">
                  <c:v>0.79200000000000004</c:v>
                </c:pt>
                <c:pt idx="133">
                  <c:v>0.78</c:v>
                </c:pt>
                <c:pt idx="134">
                  <c:v>0.80500000000000005</c:v>
                </c:pt>
                <c:pt idx="135">
                  <c:v>0.57399999999999995</c:v>
                </c:pt>
                <c:pt idx="136">
                  <c:v>0.56599999999999995</c:v>
                </c:pt>
                <c:pt idx="137">
                  <c:v>0.8</c:v>
                </c:pt>
                <c:pt idx="138">
                  <c:v>0.80700000000000005</c:v>
                </c:pt>
                <c:pt idx="139">
                  <c:v>0.99399999999999999</c:v>
                </c:pt>
                <c:pt idx="140">
                  <c:v>0.998</c:v>
                </c:pt>
                <c:pt idx="141">
                  <c:v>0.998</c:v>
                </c:pt>
                <c:pt idx="142">
                  <c:v>0.996</c:v>
                </c:pt>
                <c:pt idx="143">
                  <c:v>0.80200000000000005</c:v>
                </c:pt>
                <c:pt idx="144">
                  <c:v>0.77</c:v>
                </c:pt>
                <c:pt idx="145">
                  <c:v>0.77500000000000002</c:v>
                </c:pt>
                <c:pt idx="146">
                  <c:v>0.80500000000000005</c:v>
                </c:pt>
                <c:pt idx="147">
                  <c:v>0.80300000000000005</c:v>
                </c:pt>
                <c:pt idx="148">
                  <c:v>0.80900000000000005</c:v>
                </c:pt>
                <c:pt idx="149">
                  <c:v>0.996</c:v>
                </c:pt>
                <c:pt idx="150">
                  <c:v>0.996</c:v>
                </c:pt>
                <c:pt idx="151">
                  <c:v>0.995</c:v>
                </c:pt>
                <c:pt idx="152">
                  <c:v>0.99399999999999999</c:v>
                </c:pt>
                <c:pt idx="153">
                  <c:v>0.99399999999999999</c:v>
                </c:pt>
                <c:pt idx="154">
                  <c:v>0.77500000000000002</c:v>
                </c:pt>
                <c:pt idx="155">
                  <c:v>0.78600000000000003</c:v>
                </c:pt>
                <c:pt idx="156">
                  <c:v>0.53200000000000003</c:v>
                </c:pt>
                <c:pt idx="157">
                  <c:v>0.71299999999999997</c:v>
                </c:pt>
                <c:pt idx="158">
                  <c:v>0.75900000000000001</c:v>
                </c:pt>
                <c:pt idx="159">
                  <c:v>0.755</c:v>
                </c:pt>
                <c:pt idx="160">
                  <c:v>0.72199999999999998</c:v>
                </c:pt>
                <c:pt idx="161">
                  <c:v>0.53600000000000003</c:v>
                </c:pt>
                <c:pt idx="162">
                  <c:v>0.65200000000000002</c:v>
                </c:pt>
                <c:pt idx="163">
                  <c:v>0.52700000000000002</c:v>
                </c:pt>
                <c:pt idx="164">
                  <c:v>0.42399999999999999</c:v>
                </c:pt>
                <c:pt idx="165">
                  <c:v>0.69799999999999995</c:v>
                </c:pt>
                <c:pt idx="166">
                  <c:v>0.83099999999999996</c:v>
                </c:pt>
                <c:pt idx="167">
                  <c:v>0.70299999999999996</c:v>
                </c:pt>
                <c:pt idx="168">
                  <c:v>0.74299999999999999</c:v>
                </c:pt>
                <c:pt idx="169">
                  <c:v>0.75700000000000001</c:v>
                </c:pt>
                <c:pt idx="170">
                  <c:v>0.53700000000000003</c:v>
                </c:pt>
                <c:pt idx="171">
                  <c:v>0.72</c:v>
                </c:pt>
                <c:pt idx="172">
                  <c:v>0.69899999999999995</c:v>
                </c:pt>
                <c:pt idx="173">
                  <c:v>0.72199999999999998</c:v>
                </c:pt>
                <c:pt idx="174">
                  <c:v>0.53200000000000003</c:v>
                </c:pt>
                <c:pt idx="175">
                  <c:v>0.77400000000000002</c:v>
                </c:pt>
                <c:pt idx="176">
                  <c:v>0.78600000000000003</c:v>
                </c:pt>
                <c:pt idx="177">
                  <c:v>0.79</c:v>
                </c:pt>
                <c:pt idx="178">
                  <c:v>0.75800000000000001</c:v>
                </c:pt>
                <c:pt idx="179">
                  <c:v>0.53500000000000003</c:v>
                </c:pt>
                <c:pt idx="180">
                  <c:v>0.78100000000000003</c:v>
                </c:pt>
                <c:pt idx="181">
                  <c:v>0.76</c:v>
                </c:pt>
                <c:pt idx="182">
                  <c:v>0.53400000000000003</c:v>
                </c:pt>
                <c:pt idx="183">
                  <c:v>0.76100000000000001</c:v>
                </c:pt>
                <c:pt idx="184">
                  <c:v>0.76300000000000001</c:v>
                </c:pt>
                <c:pt idx="185">
                  <c:v>0.77100000000000002</c:v>
                </c:pt>
                <c:pt idx="186">
                  <c:v>0.99299999999999999</c:v>
                </c:pt>
                <c:pt idx="187">
                  <c:v>0.77500000000000002</c:v>
                </c:pt>
                <c:pt idx="188">
                  <c:v>0.99199999999999999</c:v>
                </c:pt>
                <c:pt idx="189">
                  <c:v>0.76700000000000002</c:v>
                </c:pt>
                <c:pt idx="190">
                  <c:v>0.77100000000000002</c:v>
                </c:pt>
                <c:pt idx="191">
                  <c:v>0.78500000000000003</c:v>
                </c:pt>
                <c:pt idx="192">
                  <c:v>0.78300000000000003</c:v>
                </c:pt>
                <c:pt idx="193">
                  <c:v>0.76900000000000002</c:v>
                </c:pt>
                <c:pt idx="194">
                  <c:v>0.77600000000000002</c:v>
                </c:pt>
                <c:pt idx="195">
                  <c:v>0.77700000000000002</c:v>
                </c:pt>
                <c:pt idx="196">
                  <c:v>0.77600000000000002</c:v>
                </c:pt>
                <c:pt idx="197">
                  <c:v>0.99</c:v>
                </c:pt>
                <c:pt idx="198">
                  <c:v>0.78400000000000003</c:v>
                </c:pt>
                <c:pt idx="199">
                  <c:v>0.99299999999999999</c:v>
                </c:pt>
                <c:pt idx="200">
                  <c:v>0.99299999999999999</c:v>
                </c:pt>
                <c:pt idx="201">
                  <c:v>0.79300000000000004</c:v>
                </c:pt>
                <c:pt idx="202">
                  <c:v>0.99399999999999999</c:v>
                </c:pt>
                <c:pt idx="203">
                  <c:v>0.99299999999999999</c:v>
                </c:pt>
                <c:pt idx="204">
                  <c:v>0.998</c:v>
                </c:pt>
                <c:pt idx="205">
                  <c:v>0.999</c:v>
                </c:pt>
                <c:pt idx="206">
                  <c:v>0.999</c:v>
                </c:pt>
                <c:pt idx="207">
                  <c:v>0.79100000000000004</c:v>
                </c:pt>
                <c:pt idx="208">
                  <c:v>0.995</c:v>
                </c:pt>
                <c:pt idx="209">
                  <c:v>0.76600000000000001</c:v>
                </c:pt>
                <c:pt idx="210">
                  <c:v>0.68700000000000006</c:v>
                </c:pt>
                <c:pt idx="211">
                  <c:v>0.745</c:v>
                </c:pt>
                <c:pt idx="212">
                  <c:v>0.48399999999999999</c:v>
                </c:pt>
                <c:pt idx="213">
                  <c:v>0.34499999999999997</c:v>
                </c:pt>
                <c:pt idx="214">
                  <c:v>0.33500000000000002</c:v>
                </c:pt>
                <c:pt idx="215">
                  <c:v>0.504</c:v>
                </c:pt>
                <c:pt idx="216">
                  <c:v>0.44</c:v>
                </c:pt>
                <c:pt idx="217">
                  <c:v>0.69899999999999995</c:v>
                </c:pt>
                <c:pt idx="218">
                  <c:v>0.74399999999999999</c:v>
                </c:pt>
                <c:pt idx="219">
                  <c:v>0.78400000000000003</c:v>
                </c:pt>
                <c:pt idx="220">
                  <c:v>0.80400000000000005</c:v>
                </c:pt>
                <c:pt idx="221">
                  <c:v>0.78</c:v>
                </c:pt>
                <c:pt idx="222">
                  <c:v>0.75800000000000001</c:v>
                </c:pt>
                <c:pt idx="223">
                  <c:v>0.72199999999999998</c:v>
                </c:pt>
                <c:pt idx="224">
                  <c:v>0.751</c:v>
                </c:pt>
                <c:pt idx="225">
                  <c:v>0.70899999999999996</c:v>
                </c:pt>
                <c:pt idx="226">
                  <c:v>0.70199999999999996</c:v>
                </c:pt>
                <c:pt idx="227">
                  <c:v>0.70199999999999996</c:v>
                </c:pt>
                <c:pt idx="228">
                  <c:v>0.70199999999999996</c:v>
                </c:pt>
                <c:pt idx="229">
                  <c:v>0.84499999999999997</c:v>
                </c:pt>
                <c:pt idx="230">
                  <c:v>0.751</c:v>
                </c:pt>
                <c:pt idx="231">
                  <c:v>0.66500000000000004</c:v>
                </c:pt>
                <c:pt idx="232">
                  <c:v>0.748</c:v>
                </c:pt>
                <c:pt idx="233">
                  <c:v>0.53400000000000003</c:v>
                </c:pt>
                <c:pt idx="234">
                  <c:v>0.54</c:v>
                </c:pt>
                <c:pt idx="235">
                  <c:v>0.68400000000000005</c:v>
                </c:pt>
                <c:pt idx="236">
                  <c:v>0.42699999999999999</c:v>
                </c:pt>
                <c:pt idx="237">
                  <c:v>0.83099999999999996</c:v>
                </c:pt>
                <c:pt idx="238">
                  <c:v>0.66200000000000003</c:v>
                </c:pt>
                <c:pt idx="239">
                  <c:v>0.749</c:v>
                </c:pt>
                <c:pt idx="240">
                  <c:v>0.51800000000000002</c:v>
                </c:pt>
                <c:pt idx="241">
                  <c:v>0.71299999999999997</c:v>
                </c:pt>
                <c:pt idx="242">
                  <c:v>0.52100000000000002</c:v>
                </c:pt>
                <c:pt idx="243">
                  <c:v>0.78600000000000003</c:v>
                </c:pt>
                <c:pt idx="244">
                  <c:v>0.99299999999999999</c:v>
                </c:pt>
                <c:pt idx="245">
                  <c:v>0.79500000000000004</c:v>
                </c:pt>
                <c:pt idx="246">
                  <c:v>0.996</c:v>
                </c:pt>
                <c:pt idx="247">
                  <c:v>0.78500000000000003</c:v>
                </c:pt>
                <c:pt idx="248">
                  <c:v>0.79300000000000004</c:v>
                </c:pt>
                <c:pt idx="249">
                  <c:v>0.76300000000000001</c:v>
                </c:pt>
                <c:pt idx="250">
                  <c:v>0.54400000000000004</c:v>
                </c:pt>
                <c:pt idx="251">
                  <c:v>0.77600000000000002</c:v>
                </c:pt>
                <c:pt idx="252">
                  <c:v>0.72099999999999997</c:v>
                </c:pt>
                <c:pt idx="253">
                  <c:v>0.78400000000000003</c:v>
                </c:pt>
                <c:pt idx="254">
                  <c:v>0.78100000000000003</c:v>
                </c:pt>
                <c:pt idx="255">
                  <c:v>0.996</c:v>
                </c:pt>
                <c:pt idx="256">
                  <c:v>0.79600000000000004</c:v>
                </c:pt>
                <c:pt idx="257">
                  <c:v>0.79200000000000004</c:v>
                </c:pt>
                <c:pt idx="258">
                  <c:v>0.999</c:v>
                </c:pt>
                <c:pt idx="259">
                  <c:v>0.79</c:v>
                </c:pt>
                <c:pt idx="260">
                  <c:v>0.79500000000000004</c:v>
                </c:pt>
                <c:pt idx="261">
                  <c:v>0.78400000000000003</c:v>
                </c:pt>
                <c:pt idx="262">
                  <c:v>0.53900000000000003</c:v>
                </c:pt>
                <c:pt idx="263">
                  <c:v>0.78800000000000003</c:v>
                </c:pt>
                <c:pt idx="264">
                  <c:v>0.52800000000000002</c:v>
                </c:pt>
                <c:pt idx="265">
                  <c:v>0.68100000000000005</c:v>
                </c:pt>
                <c:pt idx="266">
                  <c:v>0.51900000000000002</c:v>
                </c:pt>
                <c:pt idx="267">
                  <c:v>0.53100000000000003</c:v>
                </c:pt>
                <c:pt idx="268">
                  <c:v>0.78500000000000003</c:v>
                </c:pt>
                <c:pt idx="269">
                  <c:v>0.78300000000000003</c:v>
                </c:pt>
                <c:pt idx="270">
                  <c:v>0.997</c:v>
                </c:pt>
                <c:pt idx="271">
                  <c:v>0.79800000000000004</c:v>
                </c:pt>
                <c:pt idx="272">
                  <c:v>0.79</c:v>
                </c:pt>
                <c:pt idx="273">
                  <c:v>0.998</c:v>
                </c:pt>
                <c:pt idx="274">
                  <c:v>0.80300000000000005</c:v>
                </c:pt>
                <c:pt idx="275">
                  <c:v>0.79700000000000004</c:v>
                </c:pt>
                <c:pt idx="276">
                  <c:v>0.80700000000000005</c:v>
                </c:pt>
                <c:pt idx="277">
                  <c:v>0.79600000000000004</c:v>
                </c:pt>
                <c:pt idx="278">
                  <c:v>0.996</c:v>
                </c:pt>
                <c:pt idx="279">
                  <c:v>0.998</c:v>
                </c:pt>
                <c:pt idx="280">
                  <c:v>0.997</c:v>
                </c:pt>
                <c:pt idx="281">
                  <c:v>0.998</c:v>
                </c:pt>
                <c:pt idx="282">
                  <c:v>0.996</c:v>
                </c:pt>
                <c:pt idx="283">
                  <c:v>0.78700000000000003</c:v>
                </c:pt>
                <c:pt idx="284">
                  <c:v>0.79400000000000004</c:v>
                </c:pt>
                <c:pt idx="285">
                  <c:v>0.53300000000000003</c:v>
                </c:pt>
                <c:pt idx="286">
                  <c:v>0.748</c:v>
                </c:pt>
                <c:pt idx="287">
                  <c:v>0.68500000000000005</c:v>
                </c:pt>
                <c:pt idx="288">
                  <c:v>0.84099999999999997</c:v>
                </c:pt>
                <c:pt idx="289">
                  <c:v>0.84699999999999998</c:v>
                </c:pt>
                <c:pt idx="290">
                  <c:v>0.68600000000000005</c:v>
                </c:pt>
                <c:pt idx="291">
                  <c:v>0.36599999999999999</c:v>
                </c:pt>
                <c:pt idx="292">
                  <c:v>0.44600000000000001</c:v>
                </c:pt>
                <c:pt idx="293">
                  <c:v>0.19700000000000001</c:v>
                </c:pt>
                <c:pt idx="294">
                  <c:v>0.27900000000000003</c:v>
                </c:pt>
                <c:pt idx="295">
                  <c:v>0.72199999999999998</c:v>
                </c:pt>
                <c:pt idx="296">
                  <c:v>0.67</c:v>
                </c:pt>
                <c:pt idx="297">
                  <c:v>0.77</c:v>
                </c:pt>
                <c:pt idx="298">
                  <c:v>0.77900000000000003</c:v>
                </c:pt>
                <c:pt idx="299">
                  <c:v>0.77700000000000002</c:v>
                </c:pt>
                <c:pt idx="300">
                  <c:v>0.78100000000000003</c:v>
                </c:pt>
                <c:pt idx="301">
                  <c:v>0.53700000000000003</c:v>
                </c:pt>
                <c:pt idx="302">
                  <c:v>0.7</c:v>
                </c:pt>
                <c:pt idx="303">
                  <c:v>0.69199999999999995</c:v>
                </c:pt>
                <c:pt idx="304">
                  <c:v>0.85499999999999998</c:v>
                </c:pt>
                <c:pt idx="305">
                  <c:v>0.51400000000000001</c:v>
                </c:pt>
                <c:pt idx="306">
                  <c:v>0.70299999999999996</c:v>
                </c:pt>
                <c:pt idx="307">
                  <c:v>0.77100000000000002</c:v>
                </c:pt>
                <c:pt idx="308">
                  <c:v>0.47699999999999998</c:v>
                </c:pt>
                <c:pt idx="309">
                  <c:v>0.78</c:v>
                </c:pt>
                <c:pt idx="310">
                  <c:v>0.67900000000000005</c:v>
                </c:pt>
                <c:pt idx="311">
                  <c:v>0.76300000000000001</c:v>
                </c:pt>
                <c:pt idx="312">
                  <c:v>0.995</c:v>
                </c:pt>
                <c:pt idx="313">
                  <c:v>0.79200000000000004</c:v>
                </c:pt>
                <c:pt idx="314">
                  <c:v>0.79100000000000004</c:v>
                </c:pt>
                <c:pt idx="315">
                  <c:v>0.77800000000000002</c:v>
                </c:pt>
                <c:pt idx="316">
                  <c:v>0.86399999999999999</c:v>
                </c:pt>
                <c:pt idx="317">
                  <c:v>0.78300000000000003</c:v>
                </c:pt>
                <c:pt idx="318">
                  <c:v>0.68100000000000005</c:v>
                </c:pt>
                <c:pt idx="319">
                  <c:v>0.76100000000000001</c:v>
                </c:pt>
                <c:pt idx="320">
                  <c:v>0.69699999999999995</c:v>
                </c:pt>
                <c:pt idx="321">
                  <c:v>0.47499999999999998</c:v>
                </c:pt>
                <c:pt idx="322">
                  <c:v>0.76700000000000002</c:v>
                </c:pt>
                <c:pt idx="323">
                  <c:v>0.57799999999999996</c:v>
                </c:pt>
                <c:pt idx="324">
                  <c:v>0.77</c:v>
                </c:pt>
                <c:pt idx="325">
                  <c:v>0.77400000000000002</c:v>
                </c:pt>
                <c:pt idx="326">
                  <c:v>0.78</c:v>
                </c:pt>
                <c:pt idx="327">
                  <c:v>0.77700000000000002</c:v>
                </c:pt>
                <c:pt idx="328">
                  <c:v>0.79500000000000004</c:v>
                </c:pt>
                <c:pt idx="329">
                  <c:v>0.77300000000000002</c:v>
                </c:pt>
                <c:pt idx="330">
                  <c:v>0.995</c:v>
                </c:pt>
                <c:pt idx="331">
                  <c:v>0.996</c:v>
                </c:pt>
                <c:pt idx="332">
                  <c:v>0.997</c:v>
                </c:pt>
                <c:pt idx="333">
                  <c:v>0.996</c:v>
                </c:pt>
                <c:pt idx="334">
                  <c:v>0.995</c:v>
                </c:pt>
                <c:pt idx="335">
                  <c:v>0.79300000000000004</c:v>
                </c:pt>
                <c:pt idx="336">
                  <c:v>0.77800000000000002</c:v>
                </c:pt>
                <c:pt idx="337">
                  <c:v>0.77800000000000002</c:v>
                </c:pt>
                <c:pt idx="338">
                  <c:v>0.53200000000000003</c:v>
                </c:pt>
                <c:pt idx="339">
                  <c:v>0.749</c:v>
                </c:pt>
                <c:pt idx="340">
                  <c:v>0.75900000000000001</c:v>
                </c:pt>
                <c:pt idx="341">
                  <c:v>0.78600000000000003</c:v>
                </c:pt>
                <c:pt idx="342">
                  <c:v>0.99199999999999999</c:v>
                </c:pt>
                <c:pt idx="343">
                  <c:v>0.78900000000000003</c:v>
                </c:pt>
                <c:pt idx="344">
                  <c:v>0.995</c:v>
                </c:pt>
                <c:pt idx="345">
                  <c:v>0.995</c:v>
                </c:pt>
                <c:pt idx="346">
                  <c:v>0.54500000000000004</c:v>
                </c:pt>
                <c:pt idx="347">
                  <c:v>0.77600000000000002</c:v>
                </c:pt>
                <c:pt idx="348">
                  <c:v>0.77600000000000002</c:v>
                </c:pt>
                <c:pt idx="349">
                  <c:v>0.77800000000000002</c:v>
                </c:pt>
                <c:pt idx="350">
                  <c:v>0.77900000000000003</c:v>
                </c:pt>
                <c:pt idx="351">
                  <c:v>0.79200000000000004</c:v>
                </c:pt>
                <c:pt idx="352">
                  <c:v>0.79600000000000004</c:v>
                </c:pt>
                <c:pt idx="353">
                  <c:v>0.997</c:v>
                </c:pt>
                <c:pt idx="354">
                  <c:v>0.79</c:v>
                </c:pt>
                <c:pt idx="355">
                  <c:v>0.995</c:v>
                </c:pt>
                <c:pt idx="356">
                  <c:v>0.78700000000000003</c:v>
                </c:pt>
                <c:pt idx="357">
                  <c:v>0.78600000000000003</c:v>
                </c:pt>
                <c:pt idx="358">
                  <c:v>0.78300000000000003</c:v>
                </c:pt>
                <c:pt idx="359">
                  <c:v>0.78500000000000003</c:v>
                </c:pt>
                <c:pt idx="360">
                  <c:v>0.76100000000000001</c:v>
                </c:pt>
                <c:pt idx="361">
                  <c:v>0.79600000000000004</c:v>
                </c:pt>
                <c:pt idx="362">
                  <c:v>0.78800000000000003</c:v>
                </c:pt>
                <c:pt idx="363">
                  <c:v>0.996</c:v>
                </c:pt>
                <c:pt idx="364">
                  <c:v>0.995</c:v>
                </c:pt>
                <c:pt idx="365">
                  <c:v>0.997</c:v>
                </c:pt>
                <c:pt idx="366">
                  <c:v>0.997</c:v>
                </c:pt>
                <c:pt idx="367">
                  <c:v>0.997</c:v>
                </c:pt>
                <c:pt idx="368">
                  <c:v>0.79300000000000004</c:v>
                </c:pt>
                <c:pt idx="369">
                  <c:v>0.995</c:v>
                </c:pt>
                <c:pt idx="370">
                  <c:v>0.80200000000000005</c:v>
                </c:pt>
                <c:pt idx="371">
                  <c:v>0.79400000000000004</c:v>
                </c:pt>
                <c:pt idx="372">
                  <c:v>0.78200000000000003</c:v>
                </c:pt>
                <c:pt idx="373">
                  <c:v>0.70199999999999996</c:v>
                </c:pt>
                <c:pt idx="374">
                  <c:v>0.78700000000000003</c:v>
                </c:pt>
                <c:pt idx="375">
                  <c:v>0.82899999999999996</c:v>
                </c:pt>
                <c:pt idx="376">
                  <c:v>0.57999999999999996</c:v>
                </c:pt>
                <c:pt idx="377">
                  <c:v>0.47299999999999998</c:v>
                </c:pt>
                <c:pt idx="378">
                  <c:v>0.55400000000000005</c:v>
                </c:pt>
                <c:pt idx="379">
                  <c:v>0.39200000000000002</c:v>
                </c:pt>
                <c:pt idx="380">
                  <c:v>0.54500000000000004</c:v>
                </c:pt>
                <c:pt idx="381">
                  <c:v>0.68700000000000006</c:v>
                </c:pt>
                <c:pt idx="382">
                  <c:v>0.70099999999999996</c:v>
                </c:pt>
                <c:pt idx="383">
                  <c:v>0.77200000000000002</c:v>
                </c:pt>
                <c:pt idx="384">
                  <c:v>0.78300000000000003</c:v>
                </c:pt>
                <c:pt idx="385">
                  <c:v>0.79700000000000004</c:v>
                </c:pt>
                <c:pt idx="386">
                  <c:v>0.8</c:v>
                </c:pt>
                <c:pt idx="387">
                  <c:v>0.79500000000000004</c:v>
                </c:pt>
                <c:pt idx="388">
                  <c:v>0.55100000000000005</c:v>
                </c:pt>
                <c:pt idx="389">
                  <c:v>0.55000000000000004</c:v>
                </c:pt>
                <c:pt idx="390">
                  <c:v>0.54600000000000004</c:v>
                </c:pt>
                <c:pt idx="391">
                  <c:v>0.54800000000000004</c:v>
                </c:pt>
                <c:pt idx="392">
                  <c:v>0.79200000000000004</c:v>
                </c:pt>
                <c:pt idx="393">
                  <c:v>0.80500000000000005</c:v>
                </c:pt>
                <c:pt idx="394">
                  <c:v>0.79700000000000004</c:v>
                </c:pt>
                <c:pt idx="395">
                  <c:v>0.79400000000000004</c:v>
                </c:pt>
                <c:pt idx="396">
                  <c:v>0.79400000000000004</c:v>
                </c:pt>
                <c:pt idx="397">
                  <c:v>0.79400000000000004</c:v>
                </c:pt>
                <c:pt idx="398">
                  <c:v>0.79500000000000004</c:v>
                </c:pt>
                <c:pt idx="399">
                  <c:v>0.79800000000000004</c:v>
                </c:pt>
                <c:pt idx="400">
                  <c:v>0.81399999999999995</c:v>
                </c:pt>
                <c:pt idx="401">
                  <c:v>0.78</c:v>
                </c:pt>
                <c:pt idx="402">
                  <c:v>0.79300000000000004</c:v>
                </c:pt>
                <c:pt idx="403">
                  <c:v>0.80500000000000005</c:v>
                </c:pt>
                <c:pt idx="404">
                  <c:v>0.79100000000000004</c:v>
                </c:pt>
                <c:pt idx="405">
                  <c:v>0.79300000000000004</c:v>
                </c:pt>
                <c:pt idx="406">
                  <c:v>0.78300000000000003</c:v>
                </c:pt>
                <c:pt idx="407">
                  <c:v>0.79600000000000004</c:v>
                </c:pt>
                <c:pt idx="408">
                  <c:v>0.79300000000000004</c:v>
                </c:pt>
                <c:pt idx="409">
                  <c:v>0.78200000000000003</c:v>
                </c:pt>
                <c:pt idx="410">
                  <c:v>0.79</c:v>
                </c:pt>
                <c:pt idx="411">
                  <c:v>0.81</c:v>
                </c:pt>
                <c:pt idx="412">
                  <c:v>0.78800000000000003</c:v>
                </c:pt>
                <c:pt idx="413">
                  <c:v>0.79400000000000004</c:v>
                </c:pt>
                <c:pt idx="414">
                  <c:v>0.79200000000000004</c:v>
                </c:pt>
                <c:pt idx="415">
                  <c:v>0.80200000000000005</c:v>
                </c:pt>
                <c:pt idx="416">
                  <c:v>0.79100000000000004</c:v>
                </c:pt>
                <c:pt idx="417">
                  <c:v>0.54500000000000004</c:v>
                </c:pt>
                <c:pt idx="418">
                  <c:v>0.78500000000000003</c:v>
                </c:pt>
                <c:pt idx="419">
                  <c:v>0.55200000000000005</c:v>
                </c:pt>
                <c:pt idx="420">
                  <c:v>0.54100000000000004</c:v>
                </c:pt>
                <c:pt idx="421">
                  <c:v>0.80200000000000005</c:v>
                </c:pt>
                <c:pt idx="422">
                  <c:v>0.79800000000000004</c:v>
                </c:pt>
                <c:pt idx="423">
                  <c:v>0.78900000000000003</c:v>
                </c:pt>
                <c:pt idx="424">
                  <c:v>0.8</c:v>
                </c:pt>
                <c:pt idx="425">
                  <c:v>0.78600000000000003</c:v>
                </c:pt>
                <c:pt idx="426">
                  <c:v>0.79600000000000004</c:v>
                </c:pt>
                <c:pt idx="427">
                  <c:v>0.79300000000000004</c:v>
                </c:pt>
                <c:pt idx="428">
                  <c:v>0.78700000000000003</c:v>
                </c:pt>
                <c:pt idx="429">
                  <c:v>0.80200000000000005</c:v>
                </c:pt>
                <c:pt idx="430">
                  <c:v>0.80400000000000005</c:v>
                </c:pt>
                <c:pt idx="431">
                  <c:v>0.77500000000000002</c:v>
                </c:pt>
                <c:pt idx="432">
                  <c:v>0.78200000000000003</c:v>
                </c:pt>
                <c:pt idx="433">
                  <c:v>0.54200000000000004</c:v>
                </c:pt>
                <c:pt idx="434">
                  <c:v>0.80300000000000005</c:v>
                </c:pt>
                <c:pt idx="435">
                  <c:v>0.54900000000000004</c:v>
                </c:pt>
                <c:pt idx="436">
                  <c:v>0.55100000000000005</c:v>
                </c:pt>
                <c:pt idx="437">
                  <c:v>0.78900000000000003</c:v>
                </c:pt>
                <c:pt idx="438">
                  <c:v>0.997</c:v>
                </c:pt>
                <c:pt idx="439">
                  <c:v>0.81</c:v>
                </c:pt>
                <c:pt idx="440">
                  <c:v>0.79100000000000004</c:v>
                </c:pt>
                <c:pt idx="441">
                  <c:v>0.80300000000000005</c:v>
                </c:pt>
                <c:pt idx="442">
                  <c:v>0.79</c:v>
                </c:pt>
                <c:pt idx="443">
                  <c:v>0.79600000000000004</c:v>
                </c:pt>
                <c:pt idx="444">
                  <c:v>0.78600000000000003</c:v>
                </c:pt>
                <c:pt idx="445">
                  <c:v>0.78900000000000003</c:v>
                </c:pt>
                <c:pt idx="446">
                  <c:v>0.78600000000000003</c:v>
                </c:pt>
                <c:pt idx="447">
                  <c:v>0.78700000000000003</c:v>
                </c:pt>
                <c:pt idx="448">
                  <c:v>0.79700000000000004</c:v>
                </c:pt>
                <c:pt idx="449">
                  <c:v>0.996</c:v>
                </c:pt>
                <c:pt idx="450">
                  <c:v>0.996</c:v>
                </c:pt>
                <c:pt idx="451">
                  <c:v>0.996</c:v>
                </c:pt>
                <c:pt idx="452">
                  <c:v>0.8</c:v>
                </c:pt>
                <c:pt idx="453">
                  <c:v>0.80300000000000005</c:v>
                </c:pt>
                <c:pt idx="454">
                  <c:v>0.78600000000000003</c:v>
                </c:pt>
                <c:pt idx="455">
                  <c:v>0.79900000000000004</c:v>
                </c:pt>
                <c:pt idx="456">
                  <c:v>0.78700000000000003</c:v>
                </c:pt>
                <c:pt idx="457">
                  <c:v>0.79600000000000004</c:v>
                </c:pt>
                <c:pt idx="458">
                  <c:v>0.996</c:v>
                </c:pt>
                <c:pt idx="459">
                  <c:v>0.998</c:v>
                </c:pt>
                <c:pt idx="460">
                  <c:v>0.999</c:v>
                </c:pt>
                <c:pt idx="461">
                  <c:v>0.999</c:v>
                </c:pt>
                <c:pt idx="462">
                  <c:v>0.79700000000000004</c:v>
                </c:pt>
                <c:pt idx="463">
                  <c:v>0.78800000000000003</c:v>
                </c:pt>
                <c:pt idx="464">
                  <c:v>0.79700000000000004</c:v>
                </c:pt>
                <c:pt idx="465">
                  <c:v>0.78600000000000003</c:v>
                </c:pt>
                <c:pt idx="466">
                  <c:v>0.996</c:v>
                </c:pt>
                <c:pt idx="467">
                  <c:v>0.995</c:v>
                </c:pt>
                <c:pt idx="468">
                  <c:v>0.998</c:v>
                </c:pt>
                <c:pt idx="469">
                  <c:v>0.996</c:v>
                </c:pt>
                <c:pt idx="470">
                  <c:v>0.79600000000000004</c:v>
                </c:pt>
                <c:pt idx="471">
                  <c:v>0.8</c:v>
                </c:pt>
                <c:pt idx="472">
                  <c:v>0.8</c:v>
                </c:pt>
                <c:pt idx="473">
                  <c:v>0.80200000000000005</c:v>
                </c:pt>
                <c:pt idx="474">
                  <c:v>0.80300000000000005</c:v>
                </c:pt>
                <c:pt idx="475">
                  <c:v>0.80600000000000005</c:v>
                </c:pt>
                <c:pt idx="476">
                  <c:v>0.80300000000000005</c:v>
                </c:pt>
                <c:pt idx="477">
                  <c:v>0.80300000000000005</c:v>
                </c:pt>
                <c:pt idx="478">
                  <c:v>0.77800000000000002</c:v>
                </c:pt>
                <c:pt idx="479">
                  <c:v>0.78400000000000003</c:v>
                </c:pt>
                <c:pt idx="480">
                  <c:v>0.79700000000000004</c:v>
                </c:pt>
                <c:pt idx="481">
                  <c:v>0.54800000000000004</c:v>
                </c:pt>
                <c:pt idx="482">
                  <c:v>0.79300000000000004</c:v>
                </c:pt>
                <c:pt idx="483">
                  <c:v>0.80400000000000005</c:v>
                </c:pt>
                <c:pt idx="484">
                  <c:v>0.79600000000000004</c:v>
                </c:pt>
                <c:pt idx="485">
                  <c:v>0.79400000000000004</c:v>
                </c:pt>
                <c:pt idx="486">
                  <c:v>0.995</c:v>
                </c:pt>
                <c:pt idx="487">
                  <c:v>0.998</c:v>
                </c:pt>
                <c:pt idx="488">
                  <c:v>0.995</c:v>
                </c:pt>
                <c:pt idx="489">
                  <c:v>0.997</c:v>
                </c:pt>
                <c:pt idx="490">
                  <c:v>0.997</c:v>
                </c:pt>
                <c:pt idx="491">
                  <c:v>0.77500000000000002</c:v>
                </c:pt>
                <c:pt idx="492">
                  <c:v>0.80300000000000005</c:v>
                </c:pt>
                <c:pt idx="493">
                  <c:v>0.77200000000000002</c:v>
                </c:pt>
                <c:pt idx="494">
                  <c:v>0.55000000000000004</c:v>
                </c:pt>
                <c:pt idx="495">
                  <c:v>0.76700000000000002</c:v>
                </c:pt>
                <c:pt idx="496">
                  <c:v>0.76600000000000001</c:v>
                </c:pt>
                <c:pt idx="497">
                  <c:v>0.55100000000000005</c:v>
                </c:pt>
                <c:pt idx="498">
                  <c:v>0.75900000000000001</c:v>
                </c:pt>
                <c:pt idx="499">
                  <c:v>0.76300000000000001</c:v>
                </c:pt>
                <c:pt idx="500">
                  <c:v>0.71199999999999997</c:v>
                </c:pt>
                <c:pt idx="501">
                  <c:v>0.75700000000000001</c:v>
                </c:pt>
                <c:pt idx="502">
                  <c:v>0.755</c:v>
                </c:pt>
                <c:pt idx="503">
                  <c:v>0.751</c:v>
                </c:pt>
                <c:pt idx="504">
                  <c:v>0.73499999999999999</c:v>
                </c:pt>
                <c:pt idx="505">
                  <c:v>0.72299999999999998</c:v>
                </c:pt>
                <c:pt idx="506">
                  <c:v>0.55400000000000005</c:v>
                </c:pt>
                <c:pt idx="507">
                  <c:v>0.74099999999999999</c:v>
                </c:pt>
                <c:pt idx="508">
                  <c:v>0.77300000000000002</c:v>
                </c:pt>
                <c:pt idx="509">
                  <c:v>0.72</c:v>
                </c:pt>
                <c:pt idx="510">
                  <c:v>0.54</c:v>
                </c:pt>
                <c:pt idx="511">
                  <c:v>0.68100000000000005</c:v>
                </c:pt>
                <c:pt idx="512">
                  <c:v>0.83599999999999997</c:v>
                </c:pt>
                <c:pt idx="513">
                  <c:v>0.83099999999999996</c:v>
                </c:pt>
                <c:pt idx="514">
                  <c:v>0.745</c:v>
                </c:pt>
                <c:pt idx="515">
                  <c:v>0.74199999999999999</c:v>
                </c:pt>
                <c:pt idx="516">
                  <c:v>0.54</c:v>
                </c:pt>
                <c:pt idx="517">
                  <c:v>0.54600000000000004</c:v>
                </c:pt>
                <c:pt idx="518">
                  <c:v>0.45200000000000001</c:v>
                </c:pt>
                <c:pt idx="519">
                  <c:v>0.47199999999999998</c:v>
                </c:pt>
                <c:pt idx="520">
                  <c:v>0.43</c:v>
                </c:pt>
                <c:pt idx="521">
                  <c:v>0.81699999999999995</c:v>
                </c:pt>
                <c:pt idx="522">
                  <c:v>0.69899999999999995</c:v>
                </c:pt>
                <c:pt idx="523">
                  <c:v>0.751</c:v>
                </c:pt>
                <c:pt idx="524">
                  <c:v>0.54700000000000004</c:v>
                </c:pt>
                <c:pt idx="525">
                  <c:v>0.755</c:v>
                </c:pt>
                <c:pt idx="526">
                  <c:v>0.755</c:v>
                </c:pt>
                <c:pt idx="527">
                  <c:v>0.69399999999999995</c:v>
                </c:pt>
                <c:pt idx="528">
                  <c:v>0.72799999999999998</c:v>
                </c:pt>
                <c:pt idx="529">
                  <c:v>0.69199999999999995</c:v>
                </c:pt>
                <c:pt idx="530">
                  <c:v>0.73899999999999999</c:v>
                </c:pt>
                <c:pt idx="531">
                  <c:v>0.54400000000000004</c:v>
                </c:pt>
                <c:pt idx="532">
                  <c:v>0.53600000000000003</c:v>
                </c:pt>
                <c:pt idx="533">
                  <c:v>0.74199999999999999</c:v>
                </c:pt>
                <c:pt idx="534">
                  <c:v>0.73299999999999998</c:v>
                </c:pt>
                <c:pt idx="535">
                  <c:v>0.77200000000000002</c:v>
                </c:pt>
                <c:pt idx="536">
                  <c:v>0.80700000000000005</c:v>
                </c:pt>
                <c:pt idx="537">
                  <c:v>0.76500000000000001</c:v>
                </c:pt>
                <c:pt idx="538">
                  <c:v>0.74399999999999999</c:v>
                </c:pt>
                <c:pt idx="539">
                  <c:v>0.80300000000000005</c:v>
                </c:pt>
                <c:pt idx="540">
                  <c:v>0.747</c:v>
                </c:pt>
                <c:pt idx="541">
                  <c:v>0.99299999999999999</c:v>
                </c:pt>
                <c:pt idx="542">
                  <c:v>0.996</c:v>
                </c:pt>
                <c:pt idx="543">
                  <c:v>0.81299999999999994</c:v>
                </c:pt>
                <c:pt idx="544">
                  <c:v>0.997</c:v>
                </c:pt>
                <c:pt idx="545">
                  <c:v>0.997</c:v>
                </c:pt>
                <c:pt idx="546">
                  <c:v>0.753</c:v>
                </c:pt>
                <c:pt idx="547">
                  <c:v>0.80400000000000005</c:v>
                </c:pt>
                <c:pt idx="548">
                  <c:v>0.749</c:v>
                </c:pt>
                <c:pt idx="549">
                  <c:v>0.77400000000000002</c:v>
                </c:pt>
                <c:pt idx="550">
                  <c:v>0.76900000000000002</c:v>
                </c:pt>
                <c:pt idx="551">
                  <c:v>0.80600000000000005</c:v>
                </c:pt>
                <c:pt idx="552">
                  <c:v>0.77400000000000002</c:v>
                </c:pt>
                <c:pt idx="553">
                  <c:v>0.81599999999999995</c:v>
                </c:pt>
                <c:pt idx="554">
                  <c:v>0.8</c:v>
                </c:pt>
                <c:pt idx="555">
                  <c:v>0.78200000000000003</c:v>
                </c:pt>
                <c:pt idx="556">
                  <c:v>0.77200000000000002</c:v>
                </c:pt>
                <c:pt idx="557">
                  <c:v>0.74099999999999999</c:v>
                </c:pt>
                <c:pt idx="558">
                  <c:v>0.8</c:v>
                </c:pt>
                <c:pt idx="559">
                  <c:v>0.99299999999999999</c:v>
                </c:pt>
                <c:pt idx="560">
                  <c:v>0.74099999999999999</c:v>
                </c:pt>
                <c:pt idx="561">
                  <c:v>0.77100000000000002</c:v>
                </c:pt>
                <c:pt idx="562">
                  <c:v>0.77400000000000002</c:v>
                </c:pt>
                <c:pt idx="563">
                  <c:v>0.69699999999999995</c:v>
                </c:pt>
                <c:pt idx="564">
                  <c:v>0.98599999999999999</c:v>
                </c:pt>
                <c:pt idx="565">
                  <c:v>0.76900000000000002</c:v>
                </c:pt>
                <c:pt idx="566">
                  <c:v>0.81899999999999995</c:v>
                </c:pt>
                <c:pt idx="567">
                  <c:v>0.995</c:v>
                </c:pt>
                <c:pt idx="568">
                  <c:v>0.80800000000000005</c:v>
                </c:pt>
                <c:pt idx="569">
                  <c:v>0.996</c:v>
                </c:pt>
                <c:pt idx="570">
                  <c:v>0.997</c:v>
                </c:pt>
                <c:pt idx="571">
                  <c:v>0.78200000000000003</c:v>
                </c:pt>
                <c:pt idx="572">
                  <c:v>0.81200000000000006</c:v>
                </c:pt>
                <c:pt idx="573">
                  <c:v>0.996</c:v>
                </c:pt>
                <c:pt idx="574">
                  <c:v>0.998</c:v>
                </c:pt>
                <c:pt idx="575">
                  <c:v>0.999</c:v>
                </c:pt>
                <c:pt idx="576">
                  <c:v>0.999</c:v>
                </c:pt>
                <c:pt idx="577">
                  <c:v>0.999</c:v>
                </c:pt>
                <c:pt idx="578">
                  <c:v>0.998</c:v>
                </c:pt>
                <c:pt idx="579">
                  <c:v>0.999</c:v>
                </c:pt>
                <c:pt idx="580">
                  <c:v>0.78400000000000003</c:v>
                </c:pt>
                <c:pt idx="581">
                  <c:v>0.76200000000000001</c:v>
                </c:pt>
                <c:pt idx="582">
                  <c:v>0.76900000000000002</c:v>
                </c:pt>
                <c:pt idx="583">
                  <c:v>0.67200000000000004</c:v>
                </c:pt>
                <c:pt idx="584">
                  <c:v>0.69099999999999995</c:v>
                </c:pt>
                <c:pt idx="585">
                  <c:v>0.46</c:v>
                </c:pt>
                <c:pt idx="586">
                  <c:v>0.45800000000000002</c:v>
                </c:pt>
                <c:pt idx="587">
                  <c:v>0.46</c:v>
                </c:pt>
                <c:pt idx="588">
                  <c:v>0.74099999999999999</c:v>
                </c:pt>
                <c:pt idx="589">
                  <c:v>0.67700000000000005</c:v>
                </c:pt>
                <c:pt idx="590">
                  <c:v>0.51800000000000002</c:v>
                </c:pt>
                <c:pt idx="591">
                  <c:v>0.72499999999999998</c:v>
                </c:pt>
                <c:pt idx="592">
                  <c:v>0.77400000000000002</c:v>
                </c:pt>
                <c:pt idx="593">
                  <c:v>0.53</c:v>
                </c:pt>
                <c:pt idx="594">
                  <c:v>0.78200000000000003</c:v>
                </c:pt>
                <c:pt idx="595">
                  <c:v>0.76500000000000001</c:v>
                </c:pt>
                <c:pt idx="596">
                  <c:v>0.53300000000000003</c:v>
                </c:pt>
                <c:pt idx="597">
                  <c:v>0.78400000000000003</c:v>
                </c:pt>
                <c:pt idx="598">
                  <c:v>0.76700000000000002</c:v>
                </c:pt>
                <c:pt idx="599">
                  <c:v>0.77900000000000003</c:v>
                </c:pt>
                <c:pt idx="600">
                  <c:v>0.79400000000000004</c:v>
                </c:pt>
                <c:pt idx="601">
                  <c:v>0.77500000000000002</c:v>
                </c:pt>
                <c:pt idx="602">
                  <c:v>0.78200000000000003</c:v>
                </c:pt>
                <c:pt idx="603">
                  <c:v>0.77200000000000002</c:v>
                </c:pt>
                <c:pt idx="604">
                  <c:v>0.77100000000000002</c:v>
                </c:pt>
                <c:pt idx="605">
                  <c:v>0.996</c:v>
                </c:pt>
                <c:pt idx="606">
                  <c:v>0.79200000000000004</c:v>
                </c:pt>
                <c:pt idx="607">
                  <c:v>0.80800000000000005</c:v>
                </c:pt>
                <c:pt idx="608">
                  <c:v>0.995</c:v>
                </c:pt>
                <c:pt idx="609">
                  <c:v>0.54300000000000004</c:v>
                </c:pt>
                <c:pt idx="610">
                  <c:v>0.53600000000000003</c:v>
                </c:pt>
                <c:pt idx="611">
                  <c:v>0.72499999999999998</c:v>
                </c:pt>
                <c:pt idx="612">
                  <c:v>0.47499999999999998</c:v>
                </c:pt>
                <c:pt idx="613">
                  <c:v>0.77100000000000002</c:v>
                </c:pt>
                <c:pt idx="614">
                  <c:v>0.66600000000000004</c:v>
                </c:pt>
                <c:pt idx="615">
                  <c:v>0.67300000000000004</c:v>
                </c:pt>
                <c:pt idx="616">
                  <c:v>0.77600000000000002</c:v>
                </c:pt>
                <c:pt idx="617">
                  <c:v>0.52100000000000002</c:v>
                </c:pt>
                <c:pt idx="618">
                  <c:v>0.77800000000000002</c:v>
                </c:pt>
                <c:pt idx="619">
                  <c:v>0.77100000000000002</c:v>
                </c:pt>
                <c:pt idx="620">
                  <c:v>0.86699999999999999</c:v>
                </c:pt>
                <c:pt idx="621">
                  <c:v>0.75700000000000001</c:v>
                </c:pt>
                <c:pt idx="622">
                  <c:v>0.71299999999999997</c:v>
                </c:pt>
                <c:pt idx="623">
                  <c:v>0.68300000000000005</c:v>
                </c:pt>
                <c:pt idx="624">
                  <c:v>0.68400000000000005</c:v>
                </c:pt>
                <c:pt idx="625">
                  <c:v>0.67800000000000005</c:v>
                </c:pt>
                <c:pt idx="626">
                  <c:v>0.69699999999999995</c:v>
                </c:pt>
                <c:pt idx="627">
                  <c:v>0.85199999999999998</c:v>
                </c:pt>
                <c:pt idx="628">
                  <c:v>0.66100000000000003</c:v>
                </c:pt>
                <c:pt idx="629">
                  <c:v>0.85899999999999999</c:v>
                </c:pt>
                <c:pt idx="630">
                  <c:v>0.67700000000000005</c:v>
                </c:pt>
                <c:pt idx="631">
                  <c:v>0.46200000000000002</c:v>
                </c:pt>
                <c:pt idx="632">
                  <c:v>0.84299999999999997</c:v>
                </c:pt>
                <c:pt idx="633">
                  <c:v>0.36</c:v>
                </c:pt>
                <c:pt idx="634">
                  <c:v>0.68</c:v>
                </c:pt>
                <c:pt idx="635">
                  <c:v>0.76600000000000001</c:v>
                </c:pt>
                <c:pt idx="636">
                  <c:v>0.76</c:v>
                </c:pt>
                <c:pt idx="637">
                  <c:v>0.79100000000000004</c:v>
                </c:pt>
                <c:pt idx="638">
                  <c:v>0.79200000000000004</c:v>
                </c:pt>
                <c:pt idx="639">
                  <c:v>0.99399999999999999</c:v>
                </c:pt>
                <c:pt idx="640">
                  <c:v>0.998</c:v>
                </c:pt>
                <c:pt idx="641">
                  <c:v>0.998</c:v>
                </c:pt>
                <c:pt idx="642">
                  <c:v>0.999</c:v>
                </c:pt>
                <c:pt idx="643">
                  <c:v>0.997</c:v>
                </c:pt>
                <c:pt idx="644">
                  <c:v>0.78300000000000003</c:v>
                </c:pt>
                <c:pt idx="645">
                  <c:v>0.996</c:v>
                </c:pt>
                <c:pt idx="646">
                  <c:v>0.79400000000000004</c:v>
                </c:pt>
                <c:pt idx="647">
                  <c:v>0.78800000000000003</c:v>
                </c:pt>
                <c:pt idx="648">
                  <c:v>0.80800000000000005</c:v>
                </c:pt>
                <c:pt idx="649">
                  <c:v>0.53700000000000003</c:v>
                </c:pt>
                <c:pt idx="650">
                  <c:v>0.78200000000000003</c:v>
                </c:pt>
                <c:pt idx="651">
                  <c:v>0.995</c:v>
                </c:pt>
                <c:pt idx="652">
                  <c:v>0.78800000000000003</c:v>
                </c:pt>
                <c:pt idx="653">
                  <c:v>0.998</c:v>
                </c:pt>
                <c:pt idx="654">
                  <c:v>0.77600000000000002</c:v>
                </c:pt>
                <c:pt idx="655">
                  <c:v>0.70899999999999996</c:v>
                </c:pt>
                <c:pt idx="656">
                  <c:v>0.76100000000000001</c:v>
                </c:pt>
                <c:pt idx="657">
                  <c:v>0.46600000000000003</c:v>
                </c:pt>
                <c:pt idx="658">
                  <c:v>0.72899999999999998</c:v>
                </c:pt>
                <c:pt idx="659">
                  <c:v>0.78700000000000003</c:v>
                </c:pt>
                <c:pt idx="660">
                  <c:v>0.79100000000000004</c:v>
                </c:pt>
                <c:pt idx="661">
                  <c:v>0.80100000000000005</c:v>
                </c:pt>
                <c:pt idx="662">
                  <c:v>0.79900000000000004</c:v>
                </c:pt>
                <c:pt idx="663">
                  <c:v>0.997</c:v>
                </c:pt>
                <c:pt idx="664">
                  <c:v>0.80700000000000005</c:v>
                </c:pt>
                <c:pt idx="665">
                  <c:v>0.80700000000000005</c:v>
                </c:pt>
                <c:pt idx="666">
                  <c:v>0.996</c:v>
                </c:pt>
                <c:pt idx="667">
                  <c:v>0.79200000000000004</c:v>
                </c:pt>
                <c:pt idx="668">
                  <c:v>0.80900000000000005</c:v>
                </c:pt>
                <c:pt idx="669">
                  <c:v>0.996</c:v>
                </c:pt>
                <c:pt idx="670">
                  <c:v>0.69499999999999995</c:v>
                </c:pt>
                <c:pt idx="671">
                  <c:v>0.81399999999999995</c:v>
                </c:pt>
                <c:pt idx="672">
                  <c:v>0.78500000000000003</c:v>
                </c:pt>
                <c:pt idx="673">
                  <c:v>0.77400000000000002</c:v>
                </c:pt>
                <c:pt idx="674">
                  <c:v>0.79600000000000004</c:v>
                </c:pt>
                <c:pt idx="675">
                  <c:v>0.78300000000000003</c:v>
                </c:pt>
                <c:pt idx="676">
                  <c:v>0.80200000000000005</c:v>
                </c:pt>
                <c:pt idx="677">
                  <c:v>0.78700000000000003</c:v>
                </c:pt>
                <c:pt idx="678">
                  <c:v>0.80100000000000005</c:v>
                </c:pt>
                <c:pt idx="679">
                  <c:v>0.78600000000000003</c:v>
                </c:pt>
                <c:pt idx="680">
                  <c:v>0.80500000000000005</c:v>
                </c:pt>
                <c:pt idx="681">
                  <c:v>0.997</c:v>
                </c:pt>
                <c:pt idx="682">
                  <c:v>0.999</c:v>
                </c:pt>
                <c:pt idx="683">
                  <c:v>1</c:v>
                </c:pt>
                <c:pt idx="684">
                  <c:v>0.998</c:v>
                </c:pt>
                <c:pt idx="685">
                  <c:v>0.78900000000000003</c:v>
                </c:pt>
                <c:pt idx="686">
                  <c:v>0.81100000000000005</c:v>
                </c:pt>
                <c:pt idx="687">
                  <c:v>0.80700000000000005</c:v>
                </c:pt>
                <c:pt idx="688">
                  <c:v>0.79900000000000004</c:v>
                </c:pt>
                <c:pt idx="689">
                  <c:v>0.80300000000000005</c:v>
                </c:pt>
                <c:pt idx="690">
                  <c:v>0.997</c:v>
                </c:pt>
                <c:pt idx="691">
                  <c:v>0.999</c:v>
                </c:pt>
                <c:pt idx="692">
                  <c:v>0.996</c:v>
                </c:pt>
                <c:pt idx="693">
                  <c:v>0.997</c:v>
                </c:pt>
                <c:pt idx="694">
                  <c:v>0.995</c:v>
                </c:pt>
                <c:pt idx="695">
                  <c:v>0.78300000000000003</c:v>
                </c:pt>
                <c:pt idx="696">
                  <c:v>0.77200000000000002</c:v>
                </c:pt>
                <c:pt idx="697">
                  <c:v>0.77800000000000002</c:v>
                </c:pt>
                <c:pt idx="698">
                  <c:v>0.57099999999999995</c:v>
                </c:pt>
                <c:pt idx="699">
                  <c:v>0.78800000000000003</c:v>
                </c:pt>
                <c:pt idx="700">
                  <c:v>0.80400000000000005</c:v>
                </c:pt>
                <c:pt idx="701">
                  <c:v>0.75700000000000001</c:v>
                </c:pt>
                <c:pt idx="702">
                  <c:v>0.75600000000000001</c:v>
                </c:pt>
                <c:pt idx="703">
                  <c:v>0.76300000000000001</c:v>
                </c:pt>
                <c:pt idx="704">
                  <c:v>0.77500000000000002</c:v>
                </c:pt>
                <c:pt idx="705">
                  <c:v>0.749</c:v>
                </c:pt>
                <c:pt idx="706">
                  <c:v>0.55300000000000005</c:v>
                </c:pt>
                <c:pt idx="707">
                  <c:v>0.35699999999999998</c:v>
                </c:pt>
                <c:pt idx="708">
                  <c:v>0.436</c:v>
                </c:pt>
                <c:pt idx="709">
                  <c:v>0.21299999999999999</c:v>
                </c:pt>
                <c:pt idx="710">
                  <c:v>0.56499999999999995</c:v>
                </c:pt>
                <c:pt idx="711">
                  <c:v>0.76700000000000002</c:v>
                </c:pt>
                <c:pt idx="712">
                  <c:v>0.74</c:v>
                </c:pt>
                <c:pt idx="713">
                  <c:v>0.99</c:v>
                </c:pt>
                <c:pt idx="714">
                  <c:v>0.78100000000000003</c:v>
                </c:pt>
                <c:pt idx="715">
                  <c:v>0.79100000000000004</c:v>
                </c:pt>
                <c:pt idx="716">
                  <c:v>0.99399999999999999</c:v>
                </c:pt>
                <c:pt idx="717">
                  <c:v>0.71699999999999997</c:v>
                </c:pt>
                <c:pt idx="718">
                  <c:v>0.72899999999999998</c:v>
                </c:pt>
                <c:pt idx="719">
                  <c:v>0.69799999999999995</c:v>
                </c:pt>
                <c:pt idx="720">
                  <c:v>0.41499999999999998</c:v>
                </c:pt>
                <c:pt idx="721">
                  <c:v>0.69799999999999995</c:v>
                </c:pt>
                <c:pt idx="722">
                  <c:v>0.35299999999999998</c:v>
                </c:pt>
                <c:pt idx="723">
                  <c:v>0.35399999999999998</c:v>
                </c:pt>
                <c:pt idx="724">
                  <c:v>0.54600000000000004</c:v>
                </c:pt>
                <c:pt idx="725">
                  <c:v>0.72199999999999998</c:v>
                </c:pt>
                <c:pt idx="726">
                  <c:v>0.76600000000000001</c:v>
                </c:pt>
                <c:pt idx="727">
                  <c:v>0.99399999999999999</c:v>
                </c:pt>
                <c:pt idx="728">
                  <c:v>0.996</c:v>
                </c:pt>
                <c:pt idx="729">
                  <c:v>0.997</c:v>
                </c:pt>
                <c:pt idx="730">
                  <c:v>0.995</c:v>
                </c:pt>
                <c:pt idx="731">
                  <c:v>0.78800000000000003</c:v>
                </c:pt>
                <c:pt idx="732">
                  <c:v>0.78</c:v>
                </c:pt>
                <c:pt idx="733">
                  <c:v>0.995</c:v>
                </c:pt>
                <c:pt idx="734">
                  <c:v>0.998</c:v>
                </c:pt>
                <c:pt idx="735">
                  <c:v>0.995</c:v>
                </c:pt>
                <c:pt idx="736">
                  <c:v>0.99399999999999999</c:v>
                </c:pt>
                <c:pt idx="737">
                  <c:v>0.80800000000000005</c:v>
                </c:pt>
                <c:pt idx="738">
                  <c:v>0.77</c:v>
                </c:pt>
                <c:pt idx="739">
                  <c:v>0.69099999999999995</c:v>
                </c:pt>
                <c:pt idx="740">
                  <c:v>0.44500000000000001</c:v>
                </c:pt>
                <c:pt idx="741">
                  <c:v>0.44</c:v>
                </c:pt>
                <c:pt idx="742">
                  <c:v>0.432</c:v>
                </c:pt>
                <c:pt idx="743">
                  <c:v>0.56499999999999995</c:v>
                </c:pt>
                <c:pt idx="744">
                  <c:v>0.74399999999999999</c:v>
                </c:pt>
                <c:pt idx="745">
                  <c:v>0.73399999999999999</c:v>
                </c:pt>
                <c:pt idx="746">
                  <c:v>0.755</c:v>
                </c:pt>
                <c:pt idx="747">
                  <c:v>0.77700000000000002</c:v>
                </c:pt>
                <c:pt idx="748">
                  <c:v>0.76200000000000001</c:v>
                </c:pt>
                <c:pt idx="749">
                  <c:v>0.77600000000000002</c:v>
                </c:pt>
                <c:pt idx="750">
                  <c:v>0.77900000000000003</c:v>
                </c:pt>
                <c:pt idx="751">
                  <c:v>0.79200000000000004</c:v>
                </c:pt>
                <c:pt idx="752">
                  <c:v>0.79</c:v>
                </c:pt>
                <c:pt idx="753">
                  <c:v>0.80800000000000005</c:v>
                </c:pt>
                <c:pt idx="754">
                  <c:v>0.78100000000000003</c:v>
                </c:pt>
                <c:pt idx="755">
                  <c:v>0.78700000000000003</c:v>
                </c:pt>
                <c:pt idx="756">
                  <c:v>0.78</c:v>
                </c:pt>
                <c:pt idx="757">
                  <c:v>0.78500000000000003</c:v>
                </c:pt>
                <c:pt idx="758">
                  <c:v>0.78600000000000003</c:v>
                </c:pt>
                <c:pt idx="759">
                  <c:v>0.99399999999999999</c:v>
                </c:pt>
                <c:pt idx="760">
                  <c:v>0.997</c:v>
                </c:pt>
                <c:pt idx="761">
                  <c:v>0.998</c:v>
                </c:pt>
                <c:pt idx="762">
                  <c:v>0.998</c:v>
                </c:pt>
                <c:pt idx="763">
                  <c:v>0.77400000000000002</c:v>
                </c:pt>
                <c:pt idx="764">
                  <c:v>0.99399999999999999</c:v>
                </c:pt>
                <c:pt idx="765">
                  <c:v>0.99299999999999999</c:v>
                </c:pt>
                <c:pt idx="766">
                  <c:v>0.79</c:v>
                </c:pt>
                <c:pt idx="767">
                  <c:v>0.99399999999999999</c:v>
                </c:pt>
                <c:pt idx="768">
                  <c:v>0.99399999999999999</c:v>
                </c:pt>
                <c:pt idx="769">
                  <c:v>0.78300000000000003</c:v>
                </c:pt>
                <c:pt idx="770">
                  <c:v>0.995</c:v>
                </c:pt>
                <c:pt idx="771">
                  <c:v>0.79200000000000004</c:v>
                </c:pt>
                <c:pt idx="772">
                  <c:v>0.995</c:v>
                </c:pt>
                <c:pt idx="773">
                  <c:v>0.995</c:v>
                </c:pt>
                <c:pt idx="774">
                  <c:v>0.78200000000000003</c:v>
                </c:pt>
                <c:pt idx="775">
                  <c:v>0.78300000000000003</c:v>
                </c:pt>
                <c:pt idx="776">
                  <c:v>0.78800000000000003</c:v>
                </c:pt>
                <c:pt idx="777">
                  <c:v>0.76500000000000001</c:v>
                </c:pt>
                <c:pt idx="778">
                  <c:v>0.76400000000000001</c:v>
                </c:pt>
                <c:pt idx="779">
                  <c:v>0.78300000000000003</c:v>
                </c:pt>
                <c:pt idx="780">
                  <c:v>0.78200000000000003</c:v>
                </c:pt>
                <c:pt idx="781">
                  <c:v>0.997</c:v>
                </c:pt>
                <c:pt idx="782">
                  <c:v>0.78500000000000003</c:v>
                </c:pt>
                <c:pt idx="783">
                  <c:v>0.78700000000000003</c:v>
                </c:pt>
                <c:pt idx="784">
                  <c:v>0.995</c:v>
                </c:pt>
                <c:pt idx="785">
                  <c:v>0.78600000000000003</c:v>
                </c:pt>
                <c:pt idx="786">
                  <c:v>0.78200000000000003</c:v>
                </c:pt>
                <c:pt idx="787">
                  <c:v>0.77500000000000002</c:v>
                </c:pt>
                <c:pt idx="788">
                  <c:v>0.79200000000000004</c:v>
                </c:pt>
                <c:pt idx="789">
                  <c:v>0.78500000000000003</c:v>
                </c:pt>
                <c:pt idx="790">
                  <c:v>0.996</c:v>
                </c:pt>
                <c:pt idx="791">
                  <c:v>0.996</c:v>
                </c:pt>
                <c:pt idx="792">
                  <c:v>0.995</c:v>
                </c:pt>
                <c:pt idx="793">
                  <c:v>0.996</c:v>
                </c:pt>
                <c:pt idx="794">
                  <c:v>0.79500000000000004</c:v>
                </c:pt>
                <c:pt idx="795">
                  <c:v>0.78</c:v>
                </c:pt>
                <c:pt idx="796">
                  <c:v>0.99299999999999999</c:v>
                </c:pt>
                <c:pt idx="797">
                  <c:v>0.996</c:v>
                </c:pt>
                <c:pt idx="798">
                  <c:v>0.996</c:v>
                </c:pt>
                <c:pt idx="799">
                  <c:v>0.996</c:v>
                </c:pt>
                <c:pt idx="800">
                  <c:v>0.79300000000000004</c:v>
                </c:pt>
                <c:pt idx="801">
                  <c:v>0.78700000000000003</c:v>
                </c:pt>
                <c:pt idx="802">
                  <c:v>0.997</c:v>
                </c:pt>
                <c:pt idx="803">
                  <c:v>0.76600000000000001</c:v>
                </c:pt>
                <c:pt idx="804">
                  <c:v>0.78500000000000003</c:v>
                </c:pt>
                <c:pt idx="805">
                  <c:v>0.99399999999999999</c:v>
                </c:pt>
                <c:pt idx="806">
                  <c:v>0.78700000000000003</c:v>
                </c:pt>
                <c:pt idx="807">
                  <c:v>0.78300000000000003</c:v>
                </c:pt>
                <c:pt idx="808">
                  <c:v>0.77200000000000002</c:v>
                </c:pt>
                <c:pt idx="809">
                  <c:v>0.71699999999999997</c:v>
                </c:pt>
                <c:pt idx="810">
                  <c:v>0.76900000000000002</c:v>
                </c:pt>
                <c:pt idx="811">
                  <c:v>0.77200000000000002</c:v>
                </c:pt>
                <c:pt idx="812">
                  <c:v>0.78</c:v>
                </c:pt>
                <c:pt idx="813">
                  <c:v>0.78400000000000003</c:v>
                </c:pt>
                <c:pt idx="814">
                  <c:v>0.75800000000000001</c:v>
                </c:pt>
                <c:pt idx="815">
                  <c:v>0.78600000000000003</c:v>
                </c:pt>
                <c:pt idx="816">
                  <c:v>0.80600000000000005</c:v>
                </c:pt>
                <c:pt idx="817">
                  <c:v>0.76</c:v>
                </c:pt>
                <c:pt idx="818">
                  <c:v>0.55700000000000005</c:v>
                </c:pt>
                <c:pt idx="819">
                  <c:v>0.76</c:v>
                </c:pt>
                <c:pt idx="820">
                  <c:v>0.78</c:v>
                </c:pt>
                <c:pt idx="821">
                  <c:v>0.99299999999999999</c:v>
                </c:pt>
                <c:pt idx="822">
                  <c:v>0.997</c:v>
                </c:pt>
                <c:pt idx="823">
                  <c:v>0.997</c:v>
                </c:pt>
                <c:pt idx="824">
                  <c:v>0.997</c:v>
                </c:pt>
                <c:pt idx="825">
                  <c:v>0.995</c:v>
                </c:pt>
                <c:pt idx="826">
                  <c:v>0.78600000000000003</c:v>
                </c:pt>
                <c:pt idx="827">
                  <c:v>0.78900000000000003</c:v>
                </c:pt>
                <c:pt idx="828">
                  <c:v>0.78200000000000003</c:v>
                </c:pt>
                <c:pt idx="829">
                  <c:v>0.76200000000000001</c:v>
                </c:pt>
                <c:pt idx="830">
                  <c:v>0.99199999999999999</c:v>
                </c:pt>
                <c:pt idx="831">
                  <c:v>0.995</c:v>
                </c:pt>
                <c:pt idx="832">
                  <c:v>0.995</c:v>
                </c:pt>
                <c:pt idx="833">
                  <c:v>0.996</c:v>
                </c:pt>
                <c:pt idx="834">
                  <c:v>0.996</c:v>
                </c:pt>
                <c:pt idx="835">
                  <c:v>0.78600000000000003</c:v>
                </c:pt>
                <c:pt idx="836">
                  <c:v>0.79300000000000004</c:v>
                </c:pt>
                <c:pt idx="837">
                  <c:v>0.77200000000000002</c:v>
                </c:pt>
                <c:pt idx="838">
                  <c:v>0.56999999999999995</c:v>
                </c:pt>
                <c:pt idx="839">
                  <c:v>0.80500000000000005</c:v>
                </c:pt>
                <c:pt idx="840">
                  <c:v>0.79400000000000004</c:v>
                </c:pt>
                <c:pt idx="841">
                  <c:v>0.56499999999999995</c:v>
                </c:pt>
                <c:pt idx="842">
                  <c:v>0.76200000000000001</c:v>
                </c:pt>
                <c:pt idx="843">
                  <c:v>0.80600000000000005</c:v>
                </c:pt>
                <c:pt idx="844">
                  <c:v>0.98899999999999999</c:v>
                </c:pt>
                <c:pt idx="845">
                  <c:v>0.80100000000000005</c:v>
                </c:pt>
                <c:pt idx="846">
                  <c:v>0.995</c:v>
                </c:pt>
                <c:pt idx="847">
                  <c:v>0.78500000000000003</c:v>
                </c:pt>
                <c:pt idx="848">
                  <c:v>0.78400000000000003</c:v>
                </c:pt>
                <c:pt idx="849">
                  <c:v>0.79100000000000004</c:v>
                </c:pt>
                <c:pt idx="850">
                  <c:v>0.995</c:v>
                </c:pt>
                <c:pt idx="851">
                  <c:v>0.996</c:v>
                </c:pt>
                <c:pt idx="852">
                  <c:v>0.996</c:v>
                </c:pt>
                <c:pt idx="853">
                  <c:v>0.996</c:v>
                </c:pt>
                <c:pt idx="854">
                  <c:v>0.997</c:v>
                </c:pt>
                <c:pt idx="855">
                  <c:v>0.79200000000000004</c:v>
                </c:pt>
                <c:pt idx="856">
                  <c:v>0.995</c:v>
                </c:pt>
                <c:pt idx="857">
                  <c:v>0.78300000000000003</c:v>
                </c:pt>
                <c:pt idx="858">
                  <c:v>0.76600000000000001</c:v>
                </c:pt>
                <c:pt idx="859">
                  <c:v>0.76600000000000001</c:v>
                </c:pt>
                <c:pt idx="860">
                  <c:v>0.748</c:v>
                </c:pt>
                <c:pt idx="861">
                  <c:v>0.73599999999999999</c:v>
                </c:pt>
                <c:pt idx="862">
                  <c:v>0.79900000000000004</c:v>
                </c:pt>
                <c:pt idx="863">
                  <c:v>0.73899999999999999</c:v>
                </c:pt>
                <c:pt idx="864">
                  <c:v>0.78700000000000003</c:v>
                </c:pt>
                <c:pt idx="865">
                  <c:v>0.99399999999999999</c:v>
                </c:pt>
                <c:pt idx="866">
                  <c:v>0.997</c:v>
                </c:pt>
                <c:pt idx="867">
                  <c:v>0.996</c:v>
                </c:pt>
                <c:pt idx="868">
                  <c:v>0.999</c:v>
                </c:pt>
                <c:pt idx="869">
                  <c:v>0.78600000000000003</c:v>
                </c:pt>
                <c:pt idx="870">
                  <c:v>0.79</c:v>
                </c:pt>
                <c:pt idx="871">
                  <c:v>0.79400000000000004</c:v>
                </c:pt>
                <c:pt idx="872">
                  <c:v>0.78900000000000003</c:v>
                </c:pt>
                <c:pt idx="873">
                  <c:v>0.99299999999999999</c:v>
                </c:pt>
                <c:pt idx="874">
                  <c:v>0.78300000000000003</c:v>
                </c:pt>
                <c:pt idx="875">
                  <c:v>0.79</c:v>
                </c:pt>
                <c:pt idx="876">
                  <c:v>0.99399999999999999</c:v>
                </c:pt>
                <c:pt idx="877">
                  <c:v>0.78800000000000003</c:v>
                </c:pt>
                <c:pt idx="878">
                  <c:v>0.78600000000000003</c:v>
                </c:pt>
                <c:pt idx="879">
                  <c:v>0.77900000000000003</c:v>
                </c:pt>
                <c:pt idx="880">
                  <c:v>0.77200000000000002</c:v>
                </c:pt>
                <c:pt idx="881">
                  <c:v>0.78300000000000003</c:v>
                </c:pt>
                <c:pt idx="882">
                  <c:v>0.78100000000000003</c:v>
                </c:pt>
                <c:pt idx="883">
                  <c:v>0.78700000000000003</c:v>
                </c:pt>
                <c:pt idx="884">
                  <c:v>0.78600000000000003</c:v>
                </c:pt>
                <c:pt idx="885">
                  <c:v>0.79600000000000004</c:v>
                </c:pt>
                <c:pt idx="886">
                  <c:v>0.78800000000000003</c:v>
                </c:pt>
                <c:pt idx="887">
                  <c:v>0.99399999999999999</c:v>
                </c:pt>
                <c:pt idx="888">
                  <c:v>0.996</c:v>
                </c:pt>
                <c:pt idx="889">
                  <c:v>0.998</c:v>
                </c:pt>
                <c:pt idx="890">
                  <c:v>0.999</c:v>
                </c:pt>
                <c:pt idx="891">
                  <c:v>0.999</c:v>
                </c:pt>
                <c:pt idx="892">
                  <c:v>0.78800000000000003</c:v>
                </c:pt>
                <c:pt idx="893">
                  <c:v>0.56999999999999995</c:v>
                </c:pt>
                <c:pt idx="894">
                  <c:v>0.752</c:v>
                </c:pt>
                <c:pt idx="895">
                  <c:v>0.55100000000000005</c:v>
                </c:pt>
                <c:pt idx="896">
                  <c:v>0.55600000000000005</c:v>
                </c:pt>
                <c:pt idx="897">
                  <c:v>0.77700000000000002</c:v>
                </c:pt>
                <c:pt idx="898">
                  <c:v>0.79500000000000004</c:v>
                </c:pt>
                <c:pt idx="899">
                  <c:v>0.78600000000000003</c:v>
                </c:pt>
                <c:pt idx="900">
                  <c:v>0.79900000000000004</c:v>
                </c:pt>
                <c:pt idx="901">
                  <c:v>0.79700000000000004</c:v>
                </c:pt>
                <c:pt idx="902">
                  <c:v>0.55900000000000005</c:v>
                </c:pt>
                <c:pt idx="903">
                  <c:v>0.76600000000000001</c:v>
                </c:pt>
                <c:pt idx="904">
                  <c:v>0.56000000000000005</c:v>
                </c:pt>
                <c:pt idx="905">
                  <c:v>0.84299999999999997</c:v>
                </c:pt>
                <c:pt idx="906">
                  <c:v>0.74299999999999999</c:v>
                </c:pt>
                <c:pt idx="907">
                  <c:v>0.67900000000000005</c:v>
                </c:pt>
                <c:pt idx="908">
                  <c:v>0.66300000000000003</c:v>
                </c:pt>
                <c:pt idx="909">
                  <c:v>0.47399999999999998</c:v>
                </c:pt>
                <c:pt idx="910">
                  <c:v>0.46400000000000002</c:v>
                </c:pt>
                <c:pt idx="911">
                  <c:v>0.46899999999999997</c:v>
                </c:pt>
                <c:pt idx="912">
                  <c:v>0.83099999999999996</c:v>
                </c:pt>
                <c:pt idx="913">
                  <c:v>0.745</c:v>
                </c:pt>
                <c:pt idx="914">
                  <c:v>0.76100000000000001</c:v>
                </c:pt>
                <c:pt idx="915">
                  <c:v>0.54600000000000004</c:v>
                </c:pt>
                <c:pt idx="916">
                  <c:v>0.69</c:v>
                </c:pt>
                <c:pt idx="917">
                  <c:v>0.746</c:v>
                </c:pt>
                <c:pt idx="918">
                  <c:v>0.57099999999999995</c:v>
                </c:pt>
                <c:pt idx="919">
                  <c:v>0.55400000000000005</c:v>
                </c:pt>
                <c:pt idx="920">
                  <c:v>0.68</c:v>
                </c:pt>
                <c:pt idx="921">
                  <c:v>0.69199999999999995</c:v>
                </c:pt>
                <c:pt idx="922">
                  <c:v>0.76</c:v>
                </c:pt>
                <c:pt idx="923">
                  <c:v>0.77600000000000002</c:v>
                </c:pt>
                <c:pt idx="924">
                  <c:v>0.75600000000000001</c:v>
                </c:pt>
                <c:pt idx="925">
                  <c:v>0.76</c:v>
                </c:pt>
                <c:pt idx="926">
                  <c:v>0.76600000000000001</c:v>
                </c:pt>
                <c:pt idx="927">
                  <c:v>0.68300000000000005</c:v>
                </c:pt>
                <c:pt idx="928">
                  <c:v>0.54800000000000004</c:v>
                </c:pt>
                <c:pt idx="929">
                  <c:v>0.72</c:v>
                </c:pt>
                <c:pt idx="930">
                  <c:v>0.72699999999999998</c:v>
                </c:pt>
                <c:pt idx="931">
                  <c:v>0.72699999999999998</c:v>
                </c:pt>
                <c:pt idx="932">
                  <c:v>0.78600000000000003</c:v>
                </c:pt>
                <c:pt idx="933">
                  <c:v>0.81100000000000005</c:v>
                </c:pt>
                <c:pt idx="934">
                  <c:v>0.79300000000000004</c:v>
                </c:pt>
                <c:pt idx="935">
                  <c:v>0.78300000000000003</c:v>
                </c:pt>
                <c:pt idx="936">
                  <c:v>0.79200000000000004</c:v>
                </c:pt>
                <c:pt idx="937">
                  <c:v>0.79700000000000004</c:v>
                </c:pt>
                <c:pt idx="938">
                  <c:v>0.8</c:v>
                </c:pt>
                <c:pt idx="939">
                  <c:v>0.79200000000000004</c:v>
                </c:pt>
                <c:pt idx="940">
                  <c:v>0.998</c:v>
                </c:pt>
                <c:pt idx="941">
                  <c:v>0.999</c:v>
                </c:pt>
                <c:pt idx="942">
                  <c:v>0.998</c:v>
                </c:pt>
                <c:pt idx="943">
                  <c:v>0.998</c:v>
                </c:pt>
                <c:pt idx="944">
                  <c:v>0.79700000000000004</c:v>
                </c:pt>
                <c:pt idx="945">
                  <c:v>0.997</c:v>
                </c:pt>
                <c:pt idx="946">
                  <c:v>0.78800000000000003</c:v>
                </c:pt>
                <c:pt idx="947">
                  <c:v>0.76</c:v>
                </c:pt>
                <c:pt idx="948">
                  <c:v>0.78700000000000003</c:v>
                </c:pt>
                <c:pt idx="949">
                  <c:v>0.77800000000000002</c:v>
                </c:pt>
                <c:pt idx="950">
                  <c:v>0.79800000000000004</c:v>
                </c:pt>
                <c:pt idx="951">
                  <c:v>0.55500000000000005</c:v>
                </c:pt>
                <c:pt idx="952">
                  <c:v>0.80200000000000005</c:v>
                </c:pt>
                <c:pt idx="953">
                  <c:v>0.55200000000000005</c:v>
                </c:pt>
                <c:pt idx="954">
                  <c:v>0.79</c:v>
                </c:pt>
                <c:pt idx="955">
                  <c:v>0.8</c:v>
                </c:pt>
                <c:pt idx="956">
                  <c:v>0.749</c:v>
                </c:pt>
                <c:pt idx="957">
                  <c:v>0.78100000000000003</c:v>
                </c:pt>
                <c:pt idx="958">
                  <c:v>0.79</c:v>
                </c:pt>
                <c:pt idx="959">
                  <c:v>0.77100000000000002</c:v>
                </c:pt>
                <c:pt idx="960">
                  <c:v>0.99399999999999999</c:v>
                </c:pt>
                <c:pt idx="961">
                  <c:v>0.78600000000000003</c:v>
                </c:pt>
                <c:pt idx="962">
                  <c:v>0.997</c:v>
                </c:pt>
                <c:pt idx="963">
                  <c:v>0.78600000000000003</c:v>
                </c:pt>
                <c:pt idx="964">
                  <c:v>0.79400000000000004</c:v>
                </c:pt>
                <c:pt idx="965">
                  <c:v>0.78800000000000003</c:v>
                </c:pt>
                <c:pt idx="966">
                  <c:v>0.997</c:v>
                </c:pt>
                <c:pt idx="967">
                  <c:v>0.79400000000000004</c:v>
                </c:pt>
                <c:pt idx="968">
                  <c:v>0.79800000000000004</c:v>
                </c:pt>
                <c:pt idx="969">
                  <c:v>0.78400000000000003</c:v>
                </c:pt>
                <c:pt idx="970">
                  <c:v>0.80200000000000005</c:v>
                </c:pt>
                <c:pt idx="971">
                  <c:v>0.99399999999999999</c:v>
                </c:pt>
                <c:pt idx="972">
                  <c:v>0.78500000000000003</c:v>
                </c:pt>
                <c:pt idx="973">
                  <c:v>0.996</c:v>
                </c:pt>
                <c:pt idx="974">
                  <c:v>0.79600000000000004</c:v>
                </c:pt>
                <c:pt idx="975">
                  <c:v>0.79300000000000004</c:v>
                </c:pt>
                <c:pt idx="976">
                  <c:v>0.79100000000000004</c:v>
                </c:pt>
                <c:pt idx="977">
                  <c:v>0.79500000000000004</c:v>
                </c:pt>
                <c:pt idx="978">
                  <c:v>0.997</c:v>
                </c:pt>
                <c:pt idx="979">
                  <c:v>0.998</c:v>
                </c:pt>
                <c:pt idx="980">
                  <c:v>0.998</c:v>
                </c:pt>
                <c:pt idx="981">
                  <c:v>0.997</c:v>
                </c:pt>
                <c:pt idx="982">
                  <c:v>0.79</c:v>
                </c:pt>
                <c:pt idx="983">
                  <c:v>0.997</c:v>
                </c:pt>
                <c:pt idx="984">
                  <c:v>0.998</c:v>
                </c:pt>
              </c:numCache>
            </c:numRef>
          </c:yVal>
          <c:smooth val="0"/>
          <c:extLst>
            <c:ext xmlns:c16="http://schemas.microsoft.com/office/drawing/2014/chart" uri="{C3380CC4-5D6E-409C-BE32-E72D297353CC}">
              <c16:uniqueId val="{00000001-9CE2-4BE8-91C9-9902D1488ADC}"/>
            </c:ext>
          </c:extLst>
        </c:ser>
        <c:dLbls>
          <c:showLegendKey val="0"/>
          <c:showVal val="0"/>
          <c:showCatName val="0"/>
          <c:showSerName val="0"/>
          <c:showPercent val="0"/>
          <c:showBubbleSize val="0"/>
        </c:dLbls>
        <c:axId val="2088415872"/>
        <c:axId val="1663073680"/>
      </c:scatterChart>
      <c:valAx>
        <c:axId val="2088415872"/>
        <c:scaling>
          <c:orientation val="minMax"/>
          <c:max val="3.5000000000000003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 New Active Cases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073680"/>
        <c:crosses val="autoZero"/>
        <c:crossBetween val="midCat"/>
      </c:valAx>
      <c:valAx>
        <c:axId val="1663073680"/>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Mobility</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88415872"/>
        <c:crosses val="autoZero"/>
        <c:crossBetween val="midCat"/>
        <c:majorUnit val="0.2"/>
      </c:valAx>
      <c:spPr>
        <a:noFill/>
        <a:ln>
          <a:solidFill>
            <a:schemeClr val="accent3"/>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GraphsTime!$AE$1</c:f>
              <c:strCache>
                <c:ptCount val="1"/>
                <c:pt idx="0">
                  <c:v>Base Run</c:v>
                </c:pt>
              </c:strCache>
            </c:strRef>
          </c:tx>
          <c:spPr>
            <a:ln w="28575" cap="rnd">
              <a:solidFill>
                <a:schemeClr val="accent3">
                  <a:shade val="65000"/>
                </a:schemeClr>
              </a:solidFill>
              <a:prstDash val="dash"/>
              <a:round/>
            </a:ln>
            <a:effectLst/>
          </c:spPr>
          <c:marker>
            <c:symbol val="none"/>
          </c:marker>
          <c:yVal>
            <c:numRef>
              <c:f>GraphsTime!$AE$2:$AE$199</c:f>
              <c:numCache>
                <c:formatCode>General</c:formatCode>
                <c:ptCount val="198"/>
                <c:pt idx="0">
                  <c:v>2</c:v>
                </c:pt>
                <c:pt idx="1">
                  <c:v>4.0999999999999996</c:v>
                </c:pt>
                <c:pt idx="2">
                  <c:v>7.8</c:v>
                </c:pt>
                <c:pt idx="3">
                  <c:v>15</c:v>
                </c:pt>
                <c:pt idx="4">
                  <c:v>30.3</c:v>
                </c:pt>
                <c:pt idx="5">
                  <c:v>57.6</c:v>
                </c:pt>
                <c:pt idx="6">
                  <c:v>112.2</c:v>
                </c:pt>
                <c:pt idx="7">
                  <c:v>196.5</c:v>
                </c:pt>
                <c:pt idx="8">
                  <c:v>329</c:v>
                </c:pt>
                <c:pt idx="9">
                  <c:v>504.4</c:v>
                </c:pt>
                <c:pt idx="10">
                  <c:v>686</c:v>
                </c:pt>
                <c:pt idx="11">
                  <c:v>832.6</c:v>
                </c:pt>
                <c:pt idx="12">
                  <c:v>921.9</c:v>
                </c:pt>
                <c:pt idx="13">
                  <c:v>965.8</c:v>
                </c:pt>
                <c:pt idx="14">
                  <c:v>985.8</c:v>
                </c:pt>
                <c:pt idx="15">
                  <c:v>992.59999999999991</c:v>
                </c:pt>
                <c:pt idx="16">
                  <c:v>995.19999999999993</c:v>
                </c:pt>
                <c:pt idx="17">
                  <c:v>996.8</c:v>
                </c:pt>
                <c:pt idx="18">
                  <c:v>997.09999999999991</c:v>
                </c:pt>
                <c:pt idx="19">
                  <c:v>997.49999999999989</c:v>
                </c:pt>
                <c:pt idx="20">
                  <c:v>997.59999999999991</c:v>
                </c:pt>
              </c:numCache>
            </c:numRef>
          </c:yVal>
          <c:smooth val="0"/>
          <c:extLst>
            <c:ext xmlns:c16="http://schemas.microsoft.com/office/drawing/2014/chart" uri="{C3380CC4-5D6E-409C-BE32-E72D297353CC}">
              <c16:uniqueId val="{00000000-5F91-403D-A60E-5E81DC26D9A2}"/>
            </c:ext>
          </c:extLst>
        </c:ser>
        <c:ser>
          <c:idx val="1"/>
          <c:order val="1"/>
          <c:tx>
            <c:strRef>
              <c:f>GraphsTime!$AF$1</c:f>
              <c:strCache>
                <c:ptCount val="1"/>
                <c:pt idx="0">
                  <c:v>Symptom Information</c:v>
                </c:pt>
              </c:strCache>
            </c:strRef>
          </c:tx>
          <c:spPr>
            <a:ln w="28575" cap="rnd">
              <a:solidFill>
                <a:schemeClr val="accent3"/>
              </a:solidFill>
              <a:prstDash val="sysDot"/>
              <a:round/>
            </a:ln>
            <a:effectLst/>
          </c:spPr>
          <c:marker>
            <c:symbol val="none"/>
          </c:marker>
          <c:yVal>
            <c:numRef>
              <c:f>GraphsTime!$AF$2:$AF$199</c:f>
              <c:numCache>
                <c:formatCode>General</c:formatCode>
                <c:ptCount val="198"/>
                <c:pt idx="0">
                  <c:v>2</c:v>
                </c:pt>
                <c:pt idx="1">
                  <c:v>4</c:v>
                </c:pt>
                <c:pt idx="2">
                  <c:v>8.5</c:v>
                </c:pt>
                <c:pt idx="3">
                  <c:v>15</c:v>
                </c:pt>
                <c:pt idx="4">
                  <c:v>23.8</c:v>
                </c:pt>
                <c:pt idx="5">
                  <c:v>38.6</c:v>
                </c:pt>
                <c:pt idx="6">
                  <c:v>60.1</c:v>
                </c:pt>
                <c:pt idx="7">
                  <c:v>93.7</c:v>
                </c:pt>
                <c:pt idx="8">
                  <c:v>136.4</c:v>
                </c:pt>
                <c:pt idx="9">
                  <c:v>193.60000000000002</c:v>
                </c:pt>
                <c:pt idx="10">
                  <c:v>261.10000000000002</c:v>
                </c:pt>
                <c:pt idx="11">
                  <c:v>336.90000000000003</c:v>
                </c:pt>
                <c:pt idx="12">
                  <c:v>418.6</c:v>
                </c:pt>
                <c:pt idx="13">
                  <c:v>493.8</c:v>
                </c:pt>
                <c:pt idx="14">
                  <c:v>557.20000000000005</c:v>
                </c:pt>
                <c:pt idx="15">
                  <c:v>606.90000000000009</c:v>
                </c:pt>
                <c:pt idx="16">
                  <c:v>640.90000000000009</c:v>
                </c:pt>
                <c:pt idx="17">
                  <c:v>664.7</c:v>
                </c:pt>
                <c:pt idx="18">
                  <c:v>679.40000000000009</c:v>
                </c:pt>
                <c:pt idx="19">
                  <c:v>688.50000000000011</c:v>
                </c:pt>
                <c:pt idx="20">
                  <c:v>693.30000000000007</c:v>
                </c:pt>
                <c:pt idx="21">
                  <c:v>696.40000000000009</c:v>
                </c:pt>
                <c:pt idx="22">
                  <c:v>698.50000000000011</c:v>
                </c:pt>
                <c:pt idx="23">
                  <c:v>699.70000000000016</c:v>
                </c:pt>
                <c:pt idx="24">
                  <c:v>700.50000000000011</c:v>
                </c:pt>
                <c:pt idx="25">
                  <c:v>701.00000000000011</c:v>
                </c:pt>
                <c:pt idx="26">
                  <c:v>701.20000000000016</c:v>
                </c:pt>
                <c:pt idx="27">
                  <c:v>701.30000000000018</c:v>
                </c:pt>
                <c:pt idx="28">
                  <c:v>701.4000000000002</c:v>
                </c:pt>
                <c:pt idx="29">
                  <c:v>701.4000000000002</c:v>
                </c:pt>
                <c:pt idx="30">
                  <c:v>701.4000000000002</c:v>
                </c:pt>
                <c:pt idx="31">
                  <c:v>701.4000000000002</c:v>
                </c:pt>
                <c:pt idx="32">
                  <c:v>701.4000000000002</c:v>
                </c:pt>
                <c:pt idx="33">
                  <c:v>701.4000000000002</c:v>
                </c:pt>
                <c:pt idx="34">
                  <c:v>701.4000000000002</c:v>
                </c:pt>
              </c:numCache>
            </c:numRef>
          </c:yVal>
          <c:smooth val="0"/>
          <c:extLst>
            <c:ext xmlns:c16="http://schemas.microsoft.com/office/drawing/2014/chart" uri="{C3380CC4-5D6E-409C-BE32-E72D297353CC}">
              <c16:uniqueId val="{00000001-5F91-403D-A60E-5E81DC26D9A2}"/>
            </c:ext>
          </c:extLst>
        </c:ser>
        <c:ser>
          <c:idx val="2"/>
          <c:order val="2"/>
          <c:tx>
            <c:strRef>
              <c:f>GraphsTime!$AG$1</c:f>
              <c:strCache>
                <c:ptCount val="1"/>
                <c:pt idx="0">
                  <c:v>Full Feedback</c:v>
                </c:pt>
              </c:strCache>
            </c:strRef>
          </c:tx>
          <c:spPr>
            <a:ln w="28575" cap="rnd">
              <a:solidFill>
                <a:schemeClr val="accent3">
                  <a:tint val="65000"/>
                </a:schemeClr>
              </a:solidFill>
              <a:round/>
            </a:ln>
            <a:effectLst/>
          </c:spPr>
          <c:marker>
            <c:symbol val="none"/>
          </c:marker>
          <c:yVal>
            <c:numRef>
              <c:f>GraphsTime!$AG$2:$AG$199</c:f>
              <c:numCache>
                <c:formatCode>General</c:formatCode>
                <c:ptCount val="198"/>
                <c:pt idx="0">
                  <c:v>2</c:v>
                </c:pt>
                <c:pt idx="1">
                  <c:v>4.2</c:v>
                </c:pt>
                <c:pt idx="2">
                  <c:v>8.4</c:v>
                </c:pt>
                <c:pt idx="3">
                  <c:v>15.3</c:v>
                </c:pt>
                <c:pt idx="4">
                  <c:v>22.5</c:v>
                </c:pt>
                <c:pt idx="5">
                  <c:v>32</c:v>
                </c:pt>
                <c:pt idx="6">
                  <c:v>41.9</c:v>
                </c:pt>
                <c:pt idx="7">
                  <c:v>52.8</c:v>
                </c:pt>
                <c:pt idx="8">
                  <c:v>62.699999999999996</c:v>
                </c:pt>
                <c:pt idx="9">
                  <c:v>71.899999999999991</c:v>
                </c:pt>
                <c:pt idx="10">
                  <c:v>82.8</c:v>
                </c:pt>
                <c:pt idx="11">
                  <c:v>92.1</c:v>
                </c:pt>
                <c:pt idx="12">
                  <c:v>99.699999999999989</c:v>
                </c:pt>
                <c:pt idx="13">
                  <c:v>106.99999999999999</c:v>
                </c:pt>
                <c:pt idx="14">
                  <c:v>113.29999999999998</c:v>
                </c:pt>
                <c:pt idx="15">
                  <c:v>119.19999999999999</c:v>
                </c:pt>
                <c:pt idx="16">
                  <c:v>125.39999999999999</c:v>
                </c:pt>
                <c:pt idx="17">
                  <c:v>132.1</c:v>
                </c:pt>
                <c:pt idx="18">
                  <c:v>138.79999999999998</c:v>
                </c:pt>
                <c:pt idx="19">
                  <c:v>145.99999999999997</c:v>
                </c:pt>
                <c:pt idx="20">
                  <c:v>153.19999999999996</c:v>
                </c:pt>
                <c:pt idx="21">
                  <c:v>158.99999999999997</c:v>
                </c:pt>
                <c:pt idx="22">
                  <c:v>165.29999999999998</c:v>
                </c:pt>
                <c:pt idx="23">
                  <c:v>170.2</c:v>
                </c:pt>
                <c:pt idx="24">
                  <c:v>175.6</c:v>
                </c:pt>
                <c:pt idx="25">
                  <c:v>183.29999999999998</c:v>
                </c:pt>
                <c:pt idx="26">
                  <c:v>190.29999999999998</c:v>
                </c:pt>
                <c:pt idx="27">
                  <c:v>198.1</c:v>
                </c:pt>
                <c:pt idx="28">
                  <c:v>205.9</c:v>
                </c:pt>
                <c:pt idx="29">
                  <c:v>212.9</c:v>
                </c:pt>
                <c:pt idx="30">
                  <c:v>218.4</c:v>
                </c:pt>
                <c:pt idx="31">
                  <c:v>221.9</c:v>
                </c:pt>
                <c:pt idx="32">
                  <c:v>226.5</c:v>
                </c:pt>
                <c:pt idx="33">
                  <c:v>230.4</c:v>
                </c:pt>
                <c:pt idx="34">
                  <c:v>234.5</c:v>
                </c:pt>
                <c:pt idx="35">
                  <c:v>239.5</c:v>
                </c:pt>
                <c:pt idx="36">
                  <c:v>243.9</c:v>
                </c:pt>
                <c:pt idx="37">
                  <c:v>246.9</c:v>
                </c:pt>
                <c:pt idx="38">
                  <c:v>252</c:v>
                </c:pt>
                <c:pt idx="39">
                  <c:v>255.4</c:v>
                </c:pt>
                <c:pt idx="40">
                  <c:v>260.2</c:v>
                </c:pt>
                <c:pt idx="41">
                  <c:v>264.09999999999997</c:v>
                </c:pt>
                <c:pt idx="42">
                  <c:v>267.79999999999995</c:v>
                </c:pt>
                <c:pt idx="43">
                  <c:v>271.89999999999998</c:v>
                </c:pt>
                <c:pt idx="44">
                  <c:v>275.39999999999998</c:v>
                </c:pt>
                <c:pt idx="45">
                  <c:v>279.59999999999997</c:v>
                </c:pt>
                <c:pt idx="46">
                  <c:v>283.7</c:v>
                </c:pt>
                <c:pt idx="47">
                  <c:v>287.8</c:v>
                </c:pt>
                <c:pt idx="48">
                  <c:v>291.8</c:v>
                </c:pt>
                <c:pt idx="49">
                  <c:v>295.3</c:v>
                </c:pt>
                <c:pt idx="50">
                  <c:v>297.60000000000002</c:v>
                </c:pt>
                <c:pt idx="51">
                  <c:v>300.60000000000002</c:v>
                </c:pt>
                <c:pt idx="52">
                  <c:v>303.8</c:v>
                </c:pt>
                <c:pt idx="53">
                  <c:v>307.3</c:v>
                </c:pt>
                <c:pt idx="54">
                  <c:v>310.2</c:v>
                </c:pt>
                <c:pt idx="55">
                  <c:v>313.7</c:v>
                </c:pt>
                <c:pt idx="56">
                  <c:v>316.59999999999997</c:v>
                </c:pt>
                <c:pt idx="57">
                  <c:v>319.59999999999997</c:v>
                </c:pt>
                <c:pt idx="58">
                  <c:v>322.89999999999998</c:v>
                </c:pt>
                <c:pt idx="59">
                  <c:v>324.7</c:v>
                </c:pt>
                <c:pt idx="60">
                  <c:v>326.89999999999998</c:v>
                </c:pt>
                <c:pt idx="61">
                  <c:v>328.4</c:v>
                </c:pt>
                <c:pt idx="62">
                  <c:v>329.9</c:v>
                </c:pt>
                <c:pt idx="63">
                  <c:v>331.5</c:v>
                </c:pt>
                <c:pt idx="64">
                  <c:v>333.1</c:v>
                </c:pt>
                <c:pt idx="65">
                  <c:v>335.1</c:v>
                </c:pt>
                <c:pt idx="66">
                  <c:v>337.5</c:v>
                </c:pt>
                <c:pt idx="67">
                  <c:v>339</c:v>
                </c:pt>
                <c:pt idx="68">
                  <c:v>340.4</c:v>
                </c:pt>
                <c:pt idx="69">
                  <c:v>342</c:v>
                </c:pt>
                <c:pt idx="70">
                  <c:v>342.5</c:v>
                </c:pt>
                <c:pt idx="71">
                  <c:v>343.2</c:v>
                </c:pt>
                <c:pt idx="72">
                  <c:v>344.5</c:v>
                </c:pt>
                <c:pt idx="73">
                  <c:v>345.2</c:v>
                </c:pt>
                <c:pt idx="74">
                  <c:v>346.3</c:v>
                </c:pt>
                <c:pt idx="75">
                  <c:v>347.8</c:v>
                </c:pt>
                <c:pt idx="76">
                  <c:v>348.8</c:v>
                </c:pt>
                <c:pt idx="77">
                  <c:v>351.1</c:v>
                </c:pt>
                <c:pt idx="78">
                  <c:v>352.5</c:v>
                </c:pt>
                <c:pt idx="79">
                  <c:v>353</c:v>
                </c:pt>
                <c:pt idx="80">
                  <c:v>354.1</c:v>
                </c:pt>
                <c:pt idx="81">
                  <c:v>354.5</c:v>
                </c:pt>
                <c:pt idx="82">
                  <c:v>355</c:v>
                </c:pt>
                <c:pt idx="83">
                  <c:v>355.5</c:v>
                </c:pt>
                <c:pt idx="84">
                  <c:v>355.9</c:v>
                </c:pt>
                <c:pt idx="85">
                  <c:v>356.29999999999995</c:v>
                </c:pt>
                <c:pt idx="86">
                  <c:v>356.59999999999997</c:v>
                </c:pt>
                <c:pt idx="87">
                  <c:v>357.09999999999997</c:v>
                </c:pt>
                <c:pt idx="88">
                  <c:v>357.59999999999997</c:v>
                </c:pt>
                <c:pt idx="89">
                  <c:v>357.79999999999995</c:v>
                </c:pt>
                <c:pt idx="90">
                  <c:v>358.79999999999995</c:v>
                </c:pt>
                <c:pt idx="91">
                  <c:v>358.99999999999994</c:v>
                </c:pt>
                <c:pt idx="92">
                  <c:v>359.39999999999992</c:v>
                </c:pt>
                <c:pt idx="93">
                  <c:v>360.19999999999993</c:v>
                </c:pt>
                <c:pt idx="94">
                  <c:v>360.79999999999995</c:v>
                </c:pt>
                <c:pt idx="95">
                  <c:v>361.29999999999995</c:v>
                </c:pt>
                <c:pt idx="96">
                  <c:v>361.59999999999997</c:v>
                </c:pt>
                <c:pt idx="97">
                  <c:v>362.29999999999995</c:v>
                </c:pt>
                <c:pt idx="98">
                  <c:v>362.4</c:v>
                </c:pt>
                <c:pt idx="99">
                  <c:v>362.79999999999995</c:v>
                </c:pt>
                <c:pt idx="100">
                  <c:v>362.99999999999994</c:v>
                </c:pt>
                <c:pt idx="101">
                  <c:v>362.99999999999994</c:v>
                </c:pt>
                <c:pt idx="102">
                  <c:v>363.19999999999993</c:v>
                </c:pt>
                <c:pt idx="103">
                  <c:v>363.29999999999995</c:v>
                </c:pt>
                <c:pt idx="104">
                  <c:v>363.4</c:v>
                </c:pt>
                <c:pt idx="105">
                  <c:v>363.9</c:v>
                </c:pt>
                <c:pt idx="106">
                  <c:v>364.2</c:v>
                </c:pt>
                <c:pt idx="107">
                  <c:v>364.4</c:v>
                </c:pt>
                <c:pt idx="108">
                  <c:v>364.9</c:v>
                </c:pt>
                <c:pt idx="109">
                  <c:v>365.5</c:v>
                </c:pt>
                <c:pt idx="110">
                  <c:v>365.8</c:v>
                </c:pt>
                <c:pt idx="111">
                  <c:v>366.2</c:v>
                </c:pt>
                <c:pt idx="112">
                  <c:v>366.8</c:v>
                </c:pt>
                <c:pt idx="113">
                  <c:v>367.40000000000003</c:v>
                </c:pt>
                <c:pt idx="114">
                  <c:v>368.50000000000006</c:v>
                </c:pt>
                <c:pt idx="115">
                  <c:v>369.10000000000008</c:v>
                </c:pt>
                <c:pt idx="116">
                  <c:v>369.50000000000006</c:v>
                </c:pt>
                <c:pt idx="117">
                  <c:v>369.80000000000007</c:v>
                </c:pt>
                <c:pt idx="118">
                  <c:v>369.90000000000009</c:v>
                </c:pt>
                <c:pt idx="119">
                  <c:v>370.2000000000001</c:v>
                </c:pt>
                <c:pt idx="120">
                  <c:v>370.40000000000009</c:v>
                </c:pt>
                <c:pt idx="121">
                  <c:v>370.80000000000007</c:v>
                </c:pt>
                <c:pt idx="122">
                  <c:v>371.10000000000008</c:v>
                </c:pt>
                <c:pt idx="123">
                  <c:v>371.60000000000008</c:v>
                </c:pt>
                <c:pt idx="124">
                  <c:v>371.90000000000009</c:v>
                </c:pt>
                <c:pt idx="125">
                  <c:v>372.00000000000011</c:v>
                </c:pt>
                <c:pt idx="126">
                  <c:v>372.00000000000011</c:v>
                </c:pt>
                <c:pt idx="127">
                  <c:v>372.00000000000011</c:v>
                </c:pt>
                <c:pt idx="128">
                  <c:v>372.00000000000011</c:v>
                </c:pt>
                <c:pt idx="129">
                  <c:v>372.00000000000011</c:v>
                </c:pt>
                <c:pt idx="130">
                  <c:v>372.00000000000011</c:v>
                </c:pt>
                <c:pt idx="131">
                  <c:v>372.2000000000001</c:v>
                </c:pt>
                <c:pt idx="132">
                  <c:v>372.30000000000013</c:v>
                </c:pt>
                <c:pt idx="133">
                  <c:v>372.50000000000011</c:v>
                </c:pt>
                <c:pt idx="134">
                  <c:v>372.80000000000013</c:v>
                </c:pt>
                <c:pt idx="135">
                  <c:v>372.80000000000013</c:v>
                </c:pt>
                <c:pt idx="136">
                  <c:v>372.80000000000013</c:v>
                </c:pt>
                <c:pt idx="137">
                  <c:v>372.80000000000013</c:v>
                </c:pt>
                <c:pt idx="138">
                  <c:v>372.80000000000013</c:v>
                </c:pt>
                <c:pt idx="139">
                  <c:v>372.80000000000013</c:v>
                </c:pt>
                <c:pt idx="140">
                  <c:v>373.00000000000011</c:v>
                </c:pt>
                <c:pt idx="141">
                  <c:v>373.10000000000014</c:v>
                </c:pt>
                <c:pt idx="142">
                  <c:v>373.40000000000015</c:v>
                </c:pt>
                <c:pt idx="143">
                  <c:v>373.90000000000015</c:v>
                </c:pt>
                <c:pt idx="144">
                  <c:v>374.30000000000013</c:v>
                </c:pt>
                <c:pt idx="145">
                  <c:v>374.7000000000001</c:v>
                </c:pt>
                <c:pt idx="146">
                  <c:v>375.2000000000001</c:v>
                </c:pt>
                <c:pt idx="147">
                  <c:v>375.50000000000011</c:v>
                </c:pt>
                <c:pt idx="148">
                  <c:v>375.90000000000009</c:v>
                </c:pt>
                <c:pt idx="149">
                  <c:v>375.90000000000009</c:v>
                </c:pt>
                <c:pt idx="150">
                  <c:v>376.10000000000008</c:v>
                </c:pt>
                <c:pt idx="151">
                  <c:v>376.10000000000008</c:v>
                </c:pt>
                <c:pt idx="152">
                  <c:v>376.2000000000001</c:v>
                </c:pt>
                <c:pt idx="153">
                  <c:v>376.30000000000013</c:v>
                </c:pt>
                <c:pt idx="154">
                  <c:v>376.40000000000015</c:v>
                </c:pt>
                <c:pt idx="155">
                  <c:v>376.40000000000015</c:v>
                </c:pt>
                <c:pt idx="156">
                  <c:v>376.40000000000015</c:v>
                </c:pt>
                <c:pt idx="157">
                  <c:v>376.40000000000015</c:v>
                </c:pt>
                <c:pt idx="158">
                  <c:v>376.40000000000015</c:v>
                </c:pt>
                <c:pt idx="159">
                  <c:v>376.40000000000015</c:v>
                </c:pt>
                <c:pt idx="160">
                  <c:v>376.50000000000017</c:v>
                </c:pt>
                <c:pt idx="161">
                  <c:v>376.50000000000017</c:v>
                </c:pt>
                <c:pt idx="162">
                  <c:v>376.70000000000016</c:v>
                </c:pt>
                <c:pt idx="163">
                  <c:v>377.00000000000017</c:v>
                </c:pt>
                <c:pt idx="164">
                  <c:v>377.30000000000018</c:v>
                </c:pt>
                <c:pt idx="165">
                  <c:v>377.9000000000002</c:v>
                </c:pt>
                <c:pt idx="166">
                  <c:v>378.50000000000023</c:v>
                </c:pt>
                <c:pt idx="167">
                  <c:v>378.9000000000002</c:v>
                </c:pt>
                <c:pt idx="168">
                  <c:v>379.50000000000023</c:v>
                </c:pt>
                <c:pt idx="169">
                  <c:v>379.70000000000022</c:v>
                </c:pt>
                <c:pt idx="170">
                  <c:v>379.70000000000022</c:v>
                </c:pt>
                <c:pt idx="171">
                  <c:v>379.70000000000022</c:v>
                </c:pt>
                <c:pt idx="172">
                  <c:v>379.70000000000022</c:v>
                </c:pt>
                <c:pt idx="173">
                  <c:v>379.70000000000022</c:v>
                </c:pt>
                <c:pt idx="174">
                  <c:v>379.80000000000024</c:v>
                </c:pt>
                <c:pt idx="175">
                  <c:v>379.90000000000026</c:v>
                </c:pt>
                <c:pt idx="176">
                  <c:v>380.00000000000028</c:v>
                </c:pt>
                <c:pt idx="177">
                  <c:v>380.20000000000027</c:v>
                </c:pt>
                <c:pt idx="178">
                  <c:v>380.20000000000027</c:v>
                </c:pt>
                <c:pt idx="179">
                  <c:v>380.3000000000003</c:v>
                </c:pt>
                <c:pt idx="180">
                  <c:v>380.40000000000032</c:v>
                </c:pt>
                <c:pt idx="181">
                  <c:v>380.40000000000032</c:v>
                </c:pt>
                <c:pt idx="182">
                  <c:v>380.60000000000031</c:v>
                </c:pt>
                <c:pt idx="183">
                  <c:v>380.70000000000033</c:v>
                </c:pt>
                <c:pt idx="184">
                  <c:v>380.80000000000035</c:v>
                </c:pt>
                <c:pt idx="185">
                  <c:v>380.90000000000038</c:v>
                </c:pt>
                <c:pt idx="186">
                  <c:v>381.10000000000036</c:v>
                </c:pt>
                <c:pt idx="187">
                  <c:v>381.30000000000035</c:v>
                </c:pt>
                <c:pt idx="188">
                  <c:v>381.40000000000038</c:v>
                </c:pt>
                <c:pt idx="189">
                  <c:v>381.5000000000004</c:v>
                </c:pt>
                <c:pt idx="190">
                  <c:v>381.60000000000042</c:v>
                </c:pt>
                <c:pt idx="191">
                  <c:v>381.70000000000044</c:v>
                </c:pt>
                <c:pt idx="192">
                  <c:v>381.70000000000044</c:v>
                </c:pt>
                <c:pt idx="193">
                  <c:v>381.70000000000044</c:v>
                </c:pt>
                <c:pt idx="194">
                  <c:v>381.70000000000044</c:v>
                </c:pt>
                <c:pt idx="195">
                  <c:v>381.70000000000044</c:v>
                </c:pt>
                <c:pt idx="196">
                  <c:v>381.70000000000044</c:v>
                </c:pt>
                <c:pt idx="197">
                  <c:v>381.70000000000044</c:v>
                </c:pt>
              </c:numCache>
            </c:numRef>
          </c:yVal>
          <c:smooth val="0"/>
          <c:extLst>
            <c:ext xmlns:c16="http://schemas.microsoft.com/office/drawing/2014/chart" uri="{C3380CC4-5D6E-409C-BE32-E72D297353CC}">
              <c16:uniqueId val="{00000002-5F91-403D-A60E-5E81DC26D9A2}"/>
            </c:ext>
          </c:extLst>
        </c:ser>
        <c:dLbls>
          <c:showLegendKey val="0"/>
          <c:showVal val="0"/>
          <c:showCatName val="0"/>
          <c:showSerName val="0"/>
          <c:showPercent val="0"/>
          <c:showBubbleSize val="0"/>
        </c:dLbls>
        <c:axId val="1843503200"/>
        <c:axId val="324975408"/>
      </c:scatterChart>
      <c:valAx>
        <c:axId val="1843503200"/>
        <c:scaling>
          <c:orientation val="minMax"/>
          <c:max val="200"/>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4975408"/>
        <c:crosses val="autoZero"/>
        <c:crossBetween val="midCat"/>
        <c:minorUnit val="1"/>
      </c:valAx>
      <c:valAx>
        <c:axId val="324975408"/>
        <c:scaling>
          <c:orientation val="minMax"/>
          <c:max val="1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Average</a:t>
                </a:r>
                <a:r>
                  <a:rPr lang="en-US" baseline="0"/>
                  <a:t> Cu</a:t>
                </a:r>
                <a:r>
                  <a:rPr lang="en-US"/>
                  <a:t>mmulative Infected</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843503200"/>
        <c:crosses val="autoZero"/>
        <c:crossBetween val="midCat"/>
        <c:majorUnit val="20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bg1">
          <a:lumMod val="50000"/>
        </a:schemeClr>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2">
                <a:lumMod val="50000"/>
              </a:schemeClr>
            </a:solidFill>
            <a:ln w="22225">
              <a:solidFill>
                <a:schemeClr val="tx1"/>
              </a:solidFill>
            </a:ln>
            <a:effectLst/>
          </c:spPr>
          <c:invertIfNegative val="0"/>
          <c:errBars>
            <c:errBarType val="both"/>
            <c:errValType val="cust"/>
            <c:noEndCap val="0"/>
            <c:plus>
              <c:numRef>
                <c:f>'Bar Chart Medians'!$T$9:$V$9</c:f>
                <c:numCache>
                  <c:formatCode>General</c:formatCode>
                  <c:ptCount val="3"/>
                  <c:pt idx="0">
                    <c:v>1</c:v>
                  </c:pt>
                  <c:pt idx="1">
                    <c:v>2.5</c:v>
                  </c:pt>
                  <c:pt idx="2">
                    <c:v>36</c:v>
                  </c:pt>
                </c:numCache>
              </c:numRef>
            </c:plus>
            <c:minus>
              <c:numRef>
                <c:f>'Bar Chart Medians'!$T$8:$V$8</c:f>
                <c:numCache>
                  <c:formatCode>General</c:formatCode>
                  <c:ptCount val="3"/>
                  <c:pt idx="0">
                    <c:v>2</c:v>
                  </c:pt>
                  <c:pt idx="1">
                    <c:v>4.5</c:v>
                  </c:pt>
                  <c:pt idx="2">
                    <c:v>12</c:v>
                  </c:pt>
                </c:numCache>
              </c:numRef>
            </c:minus>
            <c:spPr>
              <a:noFill/>
              <a:ln w="19050" cap="flat" cmpd="sng" algn="ctr">
                <a:solidFill>
                  <a:srgbClr val="C00000"/>
                </a:solidFill>
                <a:round/>
              </a:ln>
              <a:effectLst/>
            </c:spPr>
          </c:errBars>
          <c:cat>
            <c:strRef>
              <c:f>'Bar Graphs Means'!$AF$1:$AH$1</c:f>
              <c:strCache>
                <c:ptCount val="3"/>
                <c:pt idx="0">
                  <c:v>Base Run</c:v>
                </c:pt>
                <c:pt idx="1">
                  <c:v>Symptom Information</c:v>
                </c:pt>
                <c:pt idx="2">
                  <c:v>Full Feedback</c:v>
                </c:pt>
              </c:strCache>
            </c:strRef>
          </c:cat>
          <c:val>
            <c:numRef>
              <c:f>'Bar Chart Medians'!$T$4:$V$4</c:f>
              <c:numCache>
                <c:formatCode>General</c:formatCode>
                <c:ptCount val="3"/>
                <c:pt idx="0">
                  <c:v>24</c:v>
                </c:pt>
                <c:pt idx="1">
                  <c:v>30.5</c:v>
                </c:pt>
                <c:pt idx="2">
                  <c:v>87</c:v>
                </c:pt>
              </c:numCache>
            </c:numRef>
          </c:val>
          <c:extLst>
            <c:ext xmlns:c16="http://schemas.microsoft.com/office/drawing/2014/chart" uri="{C3380CC4-5D6E-409C-BE32-E72D297353CC}">
              <c16:uniqueId val="{00000000-8DEB-4340-8DE1-4BF9BEAE143A}"/>
            </c:ext>
          </c:extLst>
        </c:ser>
        <c:dLbls>
          <c:showLegendKey val="0"/>
          <c:showVal val="0"/>
          <c:showCatName val="0"/>
          <c:showSerName val="0"/>
          <c:showPercent val="0"/>
          <c:showBubbleSize val="0"/>
        </c:dLbls>
        <c:gapWidth val="219"/>
        <c:overlap val="-27"/>
        <c:axId val="1799144848"/>
        <c:axId val="146862496"/>
      </c:barChart>
      <c:catAx>
        <c:axId val="1799144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862496"/>
        <c:crosses val="autoZero"/>
        <c:auto val="1"/>
        <c:lblAlgn val="ctr"/>
        <c:lblOffset val="100"/>
        <c:noMultiLvlLbl val="0"/>
      </c:catAx>
      <c:valAx>
        <c:axId val="1468624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Epidemic Duration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9144848"/>
        <c:crosses val="autoZero"/>
        <c:crossBetween val="between"/>
        <c:majorUnit val="2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3">
          <a:lumMod val="50000"/>
        </a:schemeClr>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'Bar Chart Medians'!$N$4:$P$4</c:f>
              <c:strCache>
                <c:ptCount val="3"/>
                <c:pt idx="0">
                  <c:v>189.5</c:v>
                </c:pt>
                <c:pt idx="1">
                  <c:v>94.5</c:v>
                </c:pt>
                <c:pt idx="2">
                  <c:v>20</c:v>
                </c:pt>
              </c:strCache>
            </c:strRef>
          </c:tx>
          <c:spPr>
            <a:solidFill>
              <a:schemeClr val="accent1"/>
            </a:solidFill>
            <a:ln w="22225">
              <a:solidFill>
                <a:schemeClr val="tx1"/>
              </a:solidFill>
            </a:ln>
            <a:effectLst/>
          </c:spPr>
          <c:invertIfNegative val="0"/>
          <c:errBars>
            <c:errBarType val="both"/>
            <c:errValType val="cust"/>
            <c:noEndCap val="0"/>
            <c:plus>
              <c:numRef>
                <c:f>'Bar Chart Medians'!$N$9:$P$9</c:f>
                <c:numCache>
                  <c:formatCode>General</c:formatCode>
                  <c:ptCount val="3"/>
                  <c:pt idx="0">
                    <c:v>8.5</c:v>
                  </c:pt>
                  <c:pt idx="1">
                    <c:v>9.5</c:v>
                  </c:pt>
                  <c:pt idx="2">
                    <c:v>9</c:v>
                  </c:pt>
                </c:numCache>
              </c:numRef>
            </c:plus>
            <c:minus>
              <c:numRef>
                <c:f>'Bar Chart Medians'!$N$8:$P$8</c:f>
                <c:numCache>
                  <c:formatCode>General</c:formatCode>
                  <c:ptCount val="3"/>
                  <c:pt idx="0">
                    <c:v>11.5</c:v>
                  </c:pt>
                  <c:pt idx="1">
                    <c:v>7.5</c:v>
                  </c:pt>
                  <c:pt idx="2">
                    <c:v>3</c:v>
                  </c:pt>
                </c:numCache>
              </c:numRef>
            </c:minus>
            <c:spPr>
              <a:noFill/>
              <a:ln w="19050" cap="flat" cmpd="sng" algn="ctr">
                <a:solidFill>
                  <a:srgbClr val="C00000"/>
                </a:solidFill>
                <a:round/>
              </a:ln>
              <a:effectLst/>
            </c:spPr>
          </c:errBars>
          <c:cat>
            <c:strRef>
              <c:f>'Bar Graphs Means'!$Z$1:$AB$4</c:f>
              <c:strCache>
                <c:ptCount val="3"/>
                <c:pt idx="0">
                  <c:v>Base Run</c:v>
                </c:pt>
                <c:pt idx="1">
                  <c:v>Symptom Information</c:v>
                </c:pt>
                <c:pt idx="2">
                  <c:v>Full Feedback</c:v>
                </c:pt>
              </c:strCache>
            </c:strRef>
          </c:cat>
          <c:val>
            <c:numRef>
              <c:f>'Bar Chart Medians'!$N$4:$P$4</c:f>
              <c:numCache>
                <c:formatCode>General</c:formatCode>
                <c:ptCount val="3"/>
                <c:pt idx="0">
                  <c:v>189.5</c:v>
                </c:pt>
                <c:pt idx="1">
                  <c:v>94.5</c:v>
                </c:pt>
                <c:pt idx="2">
                  <c:v>20</c:v>
                </c:pt>
              </c:numCache>
            </c:numRef>
          </c:val>
          <c:extLst>
            <c:ext xmlns:c16="http://schemas.microsoft.com/office/drawing/2014/chart" uri="{C3380CC4-5D6E-409C-BE32-E72D297353CC}">
              <c16:uniqueId val="{00000000-B3F3-4A84-854D-3E2BC42BDA8D}"/>
            </c:ext>
          </c:extLst>
        </c:ser>
        <c:dLbls>
          <c:showLegendKey val="0"/>
          <c:showVal val="0"/>
          <c:showCatName val="0"/>
          <c:showSerName val="0"/>
          <c:showPercent val="0"/>
          <c:showBubbleSize val="0"/>
        </c:dLbls>
        <c:gapWidth val="219"/>
        <c:overlap val="-27"/>
        <c:axId val="1799144848"/>
        <c:axId val="146862496"/>
      </c:barChart>
      <c:catAx>
        <c:axId val="1799144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862496"/>
        <c:crosses val="autoZero"/>
        <c:auto val="1"/>
        <c:lblAlgn val="ctr"/>
        <c:lblOffset val="100"/>
        <c:noMultiLvlLbl val="0"/>
      </c:catAx>
      <c:valAx>
        <c:axId val="146862496"/>
        <c:scaling>
          <c:orientation val="minMax"/>
          <c:max val="20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Largest Peak in Cases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9144848"/>
        <c:crosses val="autoZero"/>
        <c:crossBetween val="between"/>
        <c:majorUnit val="4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3">
          <a:lumMod val="50000"/>
        </a:schemeClr>
      </a:solidFill>
      <a:round/>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'Bar Chart Medians'!$H$4:$J$4</c:f>
              <c:strCache>
                <c:ptCount val="3"/>
                <c:pt idx="0">
                  <c:v>998</c:v>
                </c:pt>
                <c:pt idx="1">
                  <c:v>775</c:v>
                </c:pt>
                <c:pt idx="2">
                  <c:v>377</c:v>
                </c:pt>
              </c:strCache>
            </c:strRef>
          </c:tx>
          <c:spPr>
            <a:solidFill>
              <a:schemeClr val="accent3">
                <a:lumMod val="50000"/>
              </a:schemeClr>
            </a:solidFill>
            <a:ln w="22225">
              <a:solidFill>
                <a:schemeClr val="tx1"/>
              </a:solidFill>
            </a:ln>
            <a:effectLst/>
          </c:spPr>
          <c:invertIfNegative val="0"/>
          <c:errBars>
            <c:errBarType val="both"/>
            <c:errValType val="cust"/>
            <c:noEndCap val="0"/>
            <c:plus>
              <c:numRef>
                <c:f>'Bar Chart Medians'!$H$9:$J$9</c:f>
                <c:numCache>
                  <c:formatCode>General</c:formatCode>
                  <c:ptCount val="3"/>
                  <c:pt idx="0">
                    <c:v>1</c:v>
                  </c:pt>
                  <c:pt idx="1">
                    <c:v>18</c:v>
                  </c:pt>
                  <c:pt idx="2">
                    <c:v>101</c:v>
                  </c:pt>
                </c:numCache>
              </c:numRef>
            </c:plus>
            <c:minus>
              <c:numRef>
                <c:f>'Bar Chart Medians'!$H$8:$J$8</c:f>
                <c:numCache>
                  <c:formatCode>General</c:formatCode>
                  <c:ptCount val="3"/>
                  <c:pt idx="0">
                    <c:v>1</c:v>
                  </c:pt>
                  <c:pt idx="1">
                    <c:v>14</c:v>
                  </c:pt>
                  <c:pt idx="2">
                    <c:v>32</c:v>
                  </c:pt>
                </c:numCache>
              </c:numRef>
            </c:minus>
            <c:spPr>
              <a:noFill/>
              <a:ln w="19050" cap="flat" cmpd="sng" algn="ctr">
                <a:solidFill>
                  <a:srgbClr val="C00000"/>
                </a:solidFill>
                <a:round/>
              </a:ln>
              <a:effectLst/>
            </c:spPr>
          </c:errBars>
          <c:cat>
            <c:strRef>
              <c:f>'Bar Graphs Means'!$O$1:$Q$1</c:f>
              <c:strCache>
                <c:ptCount val="3"/>
                <c:pt idx="0">
                  <c:v>Base Run</c:v>
                </c:pt>
                <c:pt idx="1">
                  <c:v>Symptom Information</c:v>
                </c:pt>
                <c:pt idx="2">
                  <c:v>Full Feedback</c:v>
                </c:pt>
              </c:strCache>
            </c:strRef>
          </c:cat>
          <c:val>
            <c:numRef>
              <c:f>'Bar Chart Medians'!$H$4:$J$4</c:f>
              <c:numCache>
                <c:formatCode>General</c:formatCode>
                <c:ptCount val="3"/>
                <c:pt idx="0">
                  <c:v>998</c:v>
                </c:pt>
                <c:pt idx="1">
                  <c:v>775</c:v>
                </c:pt>
                <c:pt idx="2">
                  <c:v>377</c:v>
                </c:pt>
              </c:numCache>
            </c:numRef>
          </c:val>
          <c:extLst>
            <c:ext xmlns:c16="http://schemas.microsoft.com/office/drawing/2014/chart" uri="{C3380CC4-5D6E-409C-BE32-E72D297353CC}">
              <c16:uniqueId val="{00000000-4108-415E-A6A4-627F5100A06A}"/>
            </c:ext>
          </c:extLst>
        </c:ser>
        <c:dLbls>
          <c:showLegendKey val="0"/>
          <c:showVal val="0"/>
          <c:showCatName val="0"/>
          <c:showSerName val="0"/>
          <c:showPercent val="0"/>
          <c:showBubbleSize val="0"/>
        </c:dLbls>
        <c:gapWidth val="219"/>
        <c:overlap val="-27"/>
        <c:axId val="1799144848"/>
        <c:axId val="146862496"/>
      </c:barChart>
      <c:catAx>
        <c:axId val="1799144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862496"/>
        <c:crosses val="autoZero"/>
        <c:auto val="1"/>
        <c:lblAlgn val="ctr"/>
        <c:lblOffset val="100"/>
        <c:noMultiLvlLbl val="0"/>
      </c:catAx>
      <c:valAx>
        <c:axId val="146862496"/>
        <c:scaling>
          <c:orientation val="minMax"/>
          <c:max val="100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aseline="0"/>
                  <a:t>Cumulative Cases</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9144848"/>
        <c:crosses val="autoZero"/>
        <c:crossBetween val="between"/>
        <c:majorUnit val="2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3">
          <a:lumMod val="50000"/>
        </a:schemeClr>
      </a:solid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'Bar Chart Medians'!$Y$5</c:f>
              <c:strCache>
                <c:ptCount val="1"/>
              </c:strCache>
            </c:strRef>
          </c:tx>
          <c:spPr>
            <a:solidFill>
              <a:schemeClr val="accent4">
                <a:lumMod val="75000"/>
              </a:schemeClr>
            </a:solidFill>
            <a:ln w="22225">
              <a:solidFill>
                <a:schemeClr val="tx1"/>
              </a:solidFill>
            </a:ln>
            <a:effectLst/>
          </c:spPr>
          <c:invertIfNegative val="0"/>
          <c:errBars>
            <c:errBarType val="both"/>
            <c:errValType val="cust"/>
            <c:noEndCap val="0"/>
            <c:plus>
              <c:numRef>
                <c:f>'Bar Chart Medians'!$B$9:$D$9</c:f>
                <c:numCache>
                  <c:formatCode>General</c:formatCode>
                  <c:ptCount val="3"/>
                  <c:pt idx="0">
                    <c:v>7.9999999999968985E-5</c:v>
                  </c:pt>
                  <c:pt idx="1">
                    <c:v>1.6599999999997728E-3</c:v>
                  </c:pt>
                  <c:pt idx="2">
                    <c:v>2.0680000000000143E-2</c:v>
                  </c:pt>
                </c:numCache>
              </c:numRef>
            </c:plus>
            <c:minus>
              <c:numRef>
                <c:f>'Bar Chart Medians'!$B$8:$D$8</c:f>
                <c:numCache>
                  <c:formatCode>General</c:formatCode>
                  <c:ptCount val="3"/>
                  <c:pt idx="0">
                    <c:v>1.1999999999998678E-3</c:v>
                  </c:pt>
                  <c:pt idx="1">
                    <c:v>4.2200000000002236E-3</c:v>
                  </c:pt>
                  <c:pt idx="2">
                    <c:v>1.8840000000000079E-2</c:v>
                  </c:pt>
                </c:numCache>
              </c:numRef>
            </c:minus>
            <c:spPr>
              <a:noFill/>
              <a:ln w="19050" cap="flat" cmpd="sng" algn="ctr">
                <a:solidFill>
                  <a:srgbClr val="C00000"/>
                </a:solidFill>
                <a:round/>
              </a:ln>
              <a:effectLst/>
            </c:spPr>
          </c:errBars>
          <c:cat>
            <c:strRef>
              <c:f>'Bar Graphs Means'!$B$1:$D$1</c:f>
              <c:strCache>
                <c:ptCount val="3"/>
                <c:pt idx="0">
                  <c:v>Base Run</c:v>
                </c:pt>
                <c:pt idx="1">
                  <c:v>Symptom Information</c:v>
                </c:pt>
                <c:pt idx="2">
                  <c:v>Full Feedback</c:v>
                </c:pt>
              </c:strCache>
            </c:strRef>
          </c:cat>
          <c:val>
            <c:numRef>
              <c:f>'Bar Chart Medians'!$B$4:$D$4</c:f>
              <c:numCache>
                <c:formatCode>General</c:formatCode>
                <c:ptCount val="3"/>
                <c:pt idx="0">
                  <c:v>0.99992000000000003</c:v>
                </c:pt>
                <c:pt idx="1">
                  <c:v>0.8781000000000001</c:v>
                </c:pt>
                <c:pt idx="2">
                  <c:v>0.71815999999999991</c:v>
                </c:pt>
              </c:numCache>
            </c:numRef>
          </c:val>
          <c:extLst>
            <c:ext xmlns:c16="http://schemas.microsoft.com/office/drawing/2014/chart" uri="{C3380CC4-5D6E-409C-BE32-E72D297353CC}">
              <c16:uniqueId val="{00000000-5E52-4FFF-BFF2-A35BC960AE61}"/>
            </c:ext>
          </c:extLst>
        </c:ser>
        <c:dLbls>
          <c:showLegendKey val="0"/>
          <c:showVal val="0"/>
          <c:showCatName val="0"/>
          <c:showSerName val="0"/>
          <c:showPercent val="0"/>
          <c:showBubbleSize val="0"/>
        </c:dLbls>
        <c:gapWidth val="219"/>
        <c:overlap val="-27"/>
        <c:axId val="276330032"/>
        <c:axId val="1663089040"/>
      </c:barChart>
      <c:catAx>
        <c:axId val="276330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3089040"/>
        <c:crosses val="autoZero"/>
        <c:auto val="1"/>
        <c:lblAlgn val="ctr"/>
        <c:lblOffset val="100"/>
        <c:noMultiLvlLbl val="0"/>
      </c:catAx>
      <c:valAx>
        <c:axId val="1663089040"/>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Mobility in the First 25 Time Steps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633003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3">
          <a:lumMod val="50000"/>
        </a:schemeClr>
      </a:solidFill>
      <a:round/>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chemeClr val="accent3"/>
              </a:solidFill>
              <a:round/>
            </a:ln>
            <a:effectLst/>
          </c:spPr>
          <c:marker>
            <c:symbol val="none"/>
          </c:marker>
          <c:xVal>
            <c:strRef>
              <c:f>Response!$K$1:$CR$1</c:f>
              <c:strCache>
                <c:ptCount val="8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strCache>
            </c:strRef>
          </c:xVal>
          <c:yVal>
            <c:numRef>
              <c:f>Response!$K$2:$CR$2</c:f>
              <c:numCache>
                <c:formatCode>General</c:formatCode>
                <c:ptCount val="86"/>
                <c:pt idx="0">
                  <c:v>0</c:v>
                </c:pt>
                <c:pt idx="1">
                  <c:v>0</c:v>
                </c:pt>
                <c:pt idx="2">
                  <c:v>0</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0</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0</c:v>
                </c:pt>
                <c:pt idx="51">
                  <c:v>0</c:v>
                </c:pt>
                <c:pt idx="52">
                  <c:v>0</c:v>
                </c:pt>
                <c:pt idx="53">
                  <c:v>0</c:v>
                </c:pt>
                <c:pt idx="54">
                  <c:v>0</c:v>
                </c:pt>
                <c:pt idx="55">
                  <c:v>1</c:v>
                </c:pt>
                <c:pt idx="56">
                  <c:v>1</c:v>
                </c:pt>
                <c:pt idx="57">
                  <c:v>1</c:v>
                </c:pt>
                <c:pt idx="58">
                  <c:v>1</c:v>
                </c:pt>
                <c:pt idx="59">
                  <c:v>1</c:v>
                </c:pt>
                <c:pt idx="60">
                  <c:v>1</c:v>
                </c:pt>
                <c:pt idx="61">
                  <c:v>1</c:v>
                </c:pt>
                <c:pt idx="62">
                  <c:v>0</c:v>
                </c:pt>
                <c:pt idx="63">
                  <c:v>1</c:v>
                </c:pt>
                <c:pt idx="64">
                  <c:v>0</c:v>
                </c:pt>
                <c:pt idx="65">
                  <c:v>0</c:v>
                </c:pt>
                <c:pt idx="66">
                  <c:v>1</c:v>
                </c:pt>
                <c:pt idx="67">
                  <c:v>1</c:v>
                </c:pt>
                <c:pt idx="68">
                  <c:v>1</c:v>
                </c:pt>
                <c:pt idx="69">
                  <c:v>1</c:v>
                </c:pt>
                <c:pt idx="70">
                  <c:v>1</c:v>
                </c:pt>
                <c:pt idx="71">
                  <c:v>1</c:v>
                </c:pt>
                <c:pt idx="72">
                  <c:v>1</c:v>
                </c:pt>
                <c:pt idx="73">
                  <c:v>0</c:v>
                </c:pt>
                <c:pt idx="74">
                  <c:v>1</c:v>
                </c:pt>
                <c:pt idx="75">
                  <c:v>0</c:v>
                </c:pt>
                <c:pt idx="76">
                  <c:v>1</c:v>
                </c:pt>
                <c:pt idx="77">
                  <c:v>1</c:v>
                </c:pt>
                <c:pt idx="78">
                  <c:v>1</c:v>
                </c:pt>
                <c:pt idx="79">
                  <c:v>1</c:v>
                </c:pt>
                <c:pt idx="80">
                  <c:v>1</c:v>
                </c:pt>
                <c:pt idx="81">
                  <c:v>1</c:v>
                </c:pt>
                <c:pt idx="82">
                  <c:v>1</c:v>
                </c:pt>
                <c:pt idx="83">
                  <c:v>0</c:v>
                </c:pt>
                <c:pt idx="84">
                  <c:v>0</c:v>
                </c:pt>
                <c:pt idx="85">
                  <c:v>0</c:v>
                </c:pt>
              </c:numCache>
            </c:numRef>
          </c:yVal>
          <c:smooth val="0"/>
          <c:extLst>
            <c:ext xmlns:c16="http://schemas.microsoft.com/office/drawing/2014/chart" uri="{C3380CC4-5D6E-409C-BE32-E72D297353CC}">
              <c16:uniqueId val="{00000000-FA87-42D1-AEBA-3221D83FC38C}"/>
            </c:ext>
          </c:extLst>
        </c:ser>
        <c:dLbls>
          <c:showLegendKey val="0"/>
          <c:showVal val="0"/>
          <c:showCatName val="0"/>
          <c:showSerName val="0"/>
          <c:showPercent val="0"/>
          <c:showBubbleSize val="0"/>
        </c:dLbls>
        <c:axId val="960022191"/>
        <c:axId val="948947791"/>
      </c:scatterChart>
      <c:valAx>
        <c:axId val="960022191"/>
        <c:scaling>
          <c:orientation val="minMax"/>
          <c:max val="85"/>
          <c:min val="0"/>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bg1">
                <a:lumMod val="50000"/>
                <a:alpha val="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8947791"/>
        <c:crosses val="autoZero"/>
        <c:crossBetween val="midCat"/>
        <c:majorUnit val="10"/>
      </c:valAx>
      <c:valAx>
        <c:axId val="948947791"/>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Decision to Stay Home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1">
                <a:lumMod val="50000"/>
                <a:alpha val="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0022191"/>
        <c:crosses val="autoZero"/>
        <c:crossBetween val="midCat"/>
        <c:majorUnit val="1"/>
      </c:valAx>
      <c:spPr>
        <a:noFill/>
        <a:ln>
          <a:solidFill>
            <a:schemeClr val="tx1">
              <a:alpha val="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chemeClr val="accent3"/>
              </a:solidFill>
              <a:round/>
            </a:ln>
            <a:effectLst/>
          </c:spPr>
          <c:marker>
            <c:symbol val="none"/>
          </c:marker>
          <c:xVal>
            <c:strRef>
              <c:f>Response!$K$1:$CR$1</c:f>
              <c:strCache>
                <c:ptCount val="8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strCache>
            </c:strRef>
          </c:xVal>
          <c:yVal>
            <c:numRef>
              <c:f>Response!$K$163:$CR$163</c:f>
              <c:numCache>
                <c:formatCode>General</c:formatCode>
                <c:ptCount val="86"/>
                <c:pt idx="0">
                  <c:v>0</c:v>
                </c:pt>
                <c:pt idx="1">
                  <c:v>0</c:v>
                </c:pt>
                <c:pt idx="2">
                  <c:v>0</c:v>
                </c:pt>
                <c:pt idx="3">
                  <c:v>0</c:v>
                </c:pt>
                <c:pt idx="4">
                  <c:v>0</c:v>
                </c:pt>
                <c:pt idx="5">
                  <c:v>1</c:v>
                </c:pt>
                <c:pt idx="6">
                  <c:v>0</c:v>
                </c:pt>
                <c:pt idx="7">
                  <c:v>0</c:v>
                </c:pt>
                <c:pt idx="8">
                  <c:v>0</c:v>
                </c:pt>
                <c:pt idx="9">
                  <c:v>0</c:v>
                </c:pt>
                <c:pt idx="10">
                  <c:v>0</c:v>
                </c:pt>
                <c:pt idx="11">
                  <c:v>0</c:v>
                </c:pt>
                <c:pt idx="12">
                  <c:v>0</c:v>
                </c:pt>
                <c:pt idx="13">
                  <c:v>1</c:v>
                </c:pt>
                <c:pt idx="14">
                  <c:v>1</c:v>
                </c:pt>
                <c:pt idx="15">
                  <c:v>1</c:v>
                </c:pt>
                <c:pt idx="16">
                  <c:v>1</c:v>
                </c:pt>
                <c:pt idx="17">
                  <c:v>1</c:v>
                </c:pt>
                <c:pt idx="18">
                  <c:v>0</c:v>
                </c:pt>
                <c:pt idx="19">
                  <c:v>0</c:v>
                </c:pt>
                <c:pt idx="20">
                  <c:v>0</c:v>
                </c:pt>
                <c:pt idx="21">
                  <c:v>1</c:v>
                </c:pt>
                <c:pt idx="22">
                  <c:v>0</c:v>
                </c:pt>
                <c:pt idx="23">
                  <c:v>0</c:v>
                </c:pt>
                <c:pt idx="24">
                  <c:v>0</c:v>
                </c:pt>
                <c:pt idx="25">
                  <c:v>1</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1</c:v>
                </c:pt>
                <c:pt idx="59">
                  <c:v>0</c:v>
                </c:pt>
                <c:pt idx="60">
                  <c:v>0</c:v>
                </c:pt>
                <c:pt idx="61">
                  <c:v>0</c:v>
                </c:pt>
                <c:pt idx="62">
                  <c:v>0</c:v>
                </c:pt>
                <c:pt idx="63">
                  <c:v>0</c:v>
                </c:pt>
                <c:pt idx="64">
                  <c:v>0</c:v>
                </c:pt>
                <c:pt idx="65">
                  <c:v>0</c:v>
                </c:pt>
                <c:pt idx="66">
                  <c:v>1</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numCache>
            </c:numRef>
          </c:yVal>
          <c:smooth val="0"/>
          <c:extLst>
            <c:ext xmlns:c16="http://schemas.microsoft.com/office/drawing/2014/chart" uri="{C3380CC4-5D6E-409C-BE32-E72D297353CC}">
              <c16:uniqueId val="{00000000-8390-47D3-BD05-E0ED90FE3909}"/>
            </c:ext>
          </c:extLst>
        </c:ser>
        <c:dLbls>
          <c:showLegendKey val="0"/>
          <c:showVal val="0"/>
          <c:showCatName val="0"/>
          <c:showSerName val="0"/>
          <c:showPercent val="0"/>
          <c:showBubbleSize val="0"/>
        </c:dLbls>
        <c:axId val="483507023"/>
        <c:axId val="725424111"/>
      </c:scatterChart>
      <c:valAx>
        <c:axId val="483507023"/>
        <c:scaling>
          <c:orientation val="minMax"/>
          <c:max val="85"/>
          <c:min val="0"/>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bg1">
                <a:lumMod val="50000"/>
                <a:alpha val="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5424111"/>
        <c:crosses val="autoZero"/>
        <c:crossBetween val="midCat"/>
        <c:majorUnit val="10"/>
      </c:valAx>
      <c:valAx>
        <c:axId val="725424111"/>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Decision to Stay Home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1">
                <a:lumMod val="50000"/>
                <a:alpha val="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3507023"/>
        <c:crosses val="autoZero"/>
        <c:crossBetween val="midCat"/>
        <c:majorUnit val="1"/>
      </c:valAx>
      <c:spPr>
        <a:noFill/>
        <a:ln>
          <a:solidFill>
            <a:schemeClr val="tx1">
              <a:alpha val="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chemeClr val="accent3"/>
              </a:solidFill>
              <a:round/>
            </a:ln>
            <a:effectLst/>
          </c:spPr>
          <c:marker>
            <c:symbol val="none"/>
          </c:marker>
          <c:xVal>
            <c:strRef>
              <c:f>Response!$K$1:$CR$1</c:f>
              <c:strCache>
                <c:ptCount val="8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strCache>
            </c:strRef>
          </c:xVal>
          <c:yVal>
            <c:numRef>
              <c:f>Response!$K$154:$CR$154</c:f>
              <c:numCache>
                <c:formatCode>General</c:formatCode>
                <c:ptCount val="86"/>
                <c:pt idx="0">
                  <c:v>0</c:v>
                </c:pt>
                <c:pt idx="1">
                  <c:v>0</c:v>
                </c:pt>
                <c:pt idx="2">
                  <c:v>0</c:v>
                </c:pt>
                <c:pt idx="3">
                  <c:v>0</c:v>
                </c:pt>
                <c:pt idx="4">
                  <c:v>0</c:v>
                </c:pt>
                <c:pt idx="5">
                  <c:v>0</c:v>
                </c:pt>
                <c:pt idx="6">
                  <c:v>0</c:v>
                </c:pt>
                <c:pt idx="7">
                  <c:v>0</c:v>
                </c:pt>
                <c:pt idx="8">
                  <c:v>0</c:v>
                </c:pt>
                <c:pt idx="9">
                  <c:v>0</c:v>
                </c:pt>
                <c:pt idx="10">
                  <c:v>0</c:v>
                </c:pt>
                <c:pt idx="11">
                  <c:v>0</c:v>
                </c:pt>
                <c:pt idx="12">
                  <c:v>0</c:v>
                </c:pt>
                <c:pt idx="13">
                  <c:v>1</c:v>
                </c:pt>
                <c:pt idx="14">
                  <c:v>1</c:v>
                </c:pt>
                <c:pt idx="15">
                  <c:v>0</c:v>
                </c:pt>
                <c:pt idx="16">
                  <c:v>0</c:v>
                </c:pt>
                <c:pt idx="17">
                  <c:v>0</c:v>
                </c:pt>
                <c:pt idx="18">
                  <c:v>0</c:v>
                </c:pt>
                <c:pt idx="19">
                  <c:v>0</c:v>
                </c:pt>
                <c:pt idx="20">
                  <c:v>1</c:v>
                </c:pt>
                <c:pt idx="21">
                  <c:v>1</c:v>
                </c:pt>
                <c:pt idx="22">
                  <c:v>1</c:v>
                </c:pt>
                <c:pt idx="23">
                  <c:v>1</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numCache>
            </c:numRef>
          </c:yVal>
          <c:smooth val="0"/>
          <c:extLst>
            <c:ext xmlns:c16="http://schemas.microsoft.com/office/drawing/2014/chart" uri="{C3380CC4-5D6E-409C-BE32-E72D297353CC}">
              <c16:uniqueId val="{00000000-65D1-4289-9AFF-06F7714A3041}"/>
            </c:ext>
          </c:extLst>
        </c:ser>
        <c:dLbls>
          <c:showLegendKey val="0"/>
          <c:showVal val="0"/>
          <c:showCatName val="0"/>
          <c:showSerName val="0"/>
          <c:showPercent val="0"/>
          <c:showBubbleSize val="0"/>
        </c:dLbls>
        <c:axId val="561008703"/>
        <c:axId val="948956223"/>
      </c:scatterChart>
      <c:valAx>
        <c:axId val="561008703"/>
        <c:scaling>
          <c:orientation val="minMax"/>
          <c:max val="85"/>
          <c:min val="0"/>
        </c:scaling>
        <c:delete val="0"/>
        <c:axPos val="b"/>
        <c:majorGridlines>
          <c:spPr>
            <a:ln w="9525" cap="flat" cmpd="sng" algn="ctr">
              <a:no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Step</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bg1">
                <a:lumMod val="50000"/>
                <a:alpha val="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8956223"/>
        <c:crosses val="autoZero"/>
        <c:crossBetween val="midCat"/>
        <c:majorUnit val="10"/>
      </c:valAx>
      <c:valAx>
        <c:axId val="948956223"/>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Decision to Stay Home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bg1">
                <a:lumMod val="50000"/>
                <a:alpha val="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1008703"/>
        <c:crosses val="autoZero"/>
        <c:crossBetween val="midCat"/>
        <c:majorUnit val="1"/>
      </c:valAx>
      <c:spPr>
        <a:noFill/>
        <a:ln>
          <a:solidFill>
            <a:schemeClr val="tx1">
              <a:alpha val="0"/>
            </a:schemeClr>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6">
  <a:schemeClr val="accent3"/>
</cs:colorStyle>
</file>

<file path=ppt/charts/colors3.xml><?xml version="1.0" encoding="utf-8"?>
<cs:colorStyle xmlns:cs="http://schemas.microsoft.com/office/drawing/2012/chartStyle" xmlns:a="http://schemas.openxmlformats.org/drawingml/2006/main" meth="withinLinear" id="16">
  <a:schemeClr val="accent3"/>
</cs:colorStyle>
</file>

<file path=ppt/charts/colors4.xml><?xml version="1.0" encoding="utf-8"?>
<cs:colorStyle xmlns:cs="http://schemas.microsoft.com/office/drawing/2012/chartStyle" xmlns:a="http://schemas.openxmlformats.org/drawingml/2006/main" meth="withinLinear" id="16">
  <a:schemeClr val="accent3"/>
</cs:colorStyle>
</file>

<file path=ppt/charts/colors5.xml><?xml version="1.0" encoding="utf-8"?>
<cs:colorStyle xmlns:cs="http://schemas.microsoft.com/office/drawing/2012/chartStyle" xmlns:a="http://schemas.openxmlformats.org/drawingml/2006/main" meth="withinLinear" id="16">
  <a:schemeClr val="accent3"/>
</cs:colorStyle>
</file>

<file path=ppt/charts/colors6.xml><?xml version="1.0" encoding="utf-8"?>
<cs:colorStyle xmlns:cs="http://schemas.microsoft.com/office/drawing/2012/chartStyle" xmlns:a="http://schemas.openxmlformats.org/drawingml/2006/main" meth="withinLinear" id="16">
  <a:schemeClr val="accent3"/>
</cs:colorStyle>
</file>

<file path=ppt/charts/colors7.xml><?xml version="1.0" encoding="utf-8"?>
<cs:colorStyle xmlns:cs="http://schemas.microsoft.com/office/drawing/2012/chartStyle" xmlns:a="http://schemas.openxmlformats.org/drawingml/2006/main" meth="withinLinear" id="16">
  <a:schemeClr val="accent3"/>
</cs:colorStyle>
</file>

<file path=ppt/charts/colors8.xml><?xml version="1.0" encoding="utf-8"?>
<cs:colorStyle xmlns:cs="http://schemas.microsoft.com/office/drawing/2012/chartStyle" xmlns:a="http://schemas.openxmlformats.org/drawingml/2006/main" meth="withinLinear" id="16">
  <a:schemeClr val="accent3"/>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0A5581-AC92-4917-9732-BB0F8C859BBE}" type="datetimeFigureOut">
              <a:rPr lang="en-US" smtClean="0"/>
              <a:t>8/13/2025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1FDF6A-AEB1-4C09-BED0-B72005219B0E}" type="slidenum">
              <a:rPr lang="en-US" smtClean="0"/>
              <a:t>‹#›</a:t>
            </a:fld>
            <a:endParaRPr lang="en-US"/>
          </a:p>
        </p:txBody>
      </p:sp>
    </p:spTree>
    <p:extLst>
      <p:ext uri="{BB962C8B-B14F-4D97-AF65-F5344CB8AC3E}">
        <p14:creationId xmlns:p14="http://schemas.microsoft.com/office/powerpoint/2010/main" val="1517745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1FDF6A-AEB1-4C09-BED0-B72005219B0E}" type="slidenum">
              <a:rPr lang="en-US" smtClean="0"/>
              <a:t>2</a:t>
            </a:fld>
            <a:endParaRPr lang="en-US"/>
          </a:p>
        </p:txBody>
      </p:sp>
    </p:spTree>
    <p:extLst>
      <p:ext uri="{BB962C8B-B14F-4D97-AF65-F5344CB8AC3E}">
        <p14:creationId xmlns:p14="http://schemas.microsoft.com/office/powerpoint/2010/main" val="30558196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fld id="{311FDF6A-AEB1-4C09-BED0-B72005219B0E}" type="slidenum">
              <a:rPr lang="en-US" smtClean="0"/>
              <a:t>3</a:t>
            </a:fld>
            <a:endParaRPr lang="en-US"/>
          </a:p>
        </p:txBody>
      </p:sp>
    </p:spTree>
    <p:extLst>
      <p:ext uri="{BB962C8B-B14F-4D97-AF65-F5344CB8AC3E}">
        <p14:creationId xmlns:p14="http://schemas.microsoft.com/office/powerpoint/2010/main" val="2035093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https://arxiv.org/pdf/2305.02547.pdf</a:t>
            </a:r>
          </a:p>
        </p:txBody>
      </p:sp>
      <p:sp>
        <p:nvSpPr>
          <p:cNvPr id="4" name="Slide Number Placeholder 3"/>
          <p:cNvSpPr>
            <a:spLocks noGrp="1"/>
          </p:cNvSpPr>
          <p:nvPr>
            <p:ph type="sldNum" sz="quarter" idx="5"/>
          </p:nvPr>
        </p:nvSpPr>
        <p:spPr/>
        <p:txBody>
          <a:bodyPr/>
          <a:lstStyle/>
          <a:p>
            <a:fld id="{311FDF6A-AEB1-4C09-BED0-B72005219B0E}" type="slidenum">
              <a:rPr lang="en-US" smtClean="0"/>
              <a:t>4</a:t>
            </a:fld>
            <a:endParaRPr lang="en-US"/>
          </a:p>
        </p:txBody>
      </p:sp>
    </p:spTree>
    <p:extLst>
      <p:ext uri="{BB962C8B-B14F-4D97-AF65-F5344CB8AC3E}">
        <p14:creationId xmlns:p14="http://schemas.microsoft.com/office/powerpoint/2010/main" val="1059657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1FDF6A-AEB1-4C09-BED0-B72005219B0E}" type="slidenum">
              <a:rPr lang="en-US" smtClean="0"/>
              <a:t>5</a:t>
            </a:fld>
            <a:endParaRPr lang="en-US"/>
          </a:p>
        </p:txBody>
      </p:sp>
    </p:spTree>
    <p:extLst>
      <p:ext uri="{BB962C8B-B14F-4D97-AF65-F5344CB8AC3E}">
        <p14:creationId xmlns:p14="http://schemas.microsoft.com/office/powerpoint/2010/main" val="4051426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1FDF6A-AEB1-4C09-BED0-B72005219B0E}" type="slidenum">
              <a:rPr lang="en-US" smtClean="0"/>
              <a:t>6</a:t>
            </a:fld>
            <a:endParaRPr lang="en-US"/>
          </a:p>
        </p:txBody>
      </p:sp>
    </p:spTree>
    <p:extLst>
      <p:ext uri="{BB962C8B-B14F-4D97-AF65-F5344CB8AC3E}">
        <p14:creationId xmlns:p14="http://schemas.microsoft.com/office/powerpoint/2010/main" val="4119359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7345-B67C-0ED6-0464-FDF2E0A753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6266B08-DB81-1DC3-B2B6-025E1A8E90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B96625-A908-3E9D-4D9A-FEC71632D590}"/>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5" name="Footer Placeholder 4">
            <a:extLst>
              <a:ext uri="{FF2B5EF4-FFF2-40B4-BE49-F238E27FC236}">
                <a16:creationId xmlns:a16="http://schemas.microsoft.com/office/drawing/2014/main" id="{BB0BB8F2-D9D8-2A1F-C264-F63F9BD63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254EFC-49F0-A319-FC30-27BA7A303062}"/>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3846402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9E084-6E15-E5A9-7675-7044C6617B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F96A63-7935-5CE8-6F34-3F5FE475DC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24BAFB-55D0-A997-B4D4-9F8C61E258C5}"/>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5" name="Footer Placeholder 4">
            <a:extLst>
              <a:ext uri="{FF2B5EF4-FFF2-40B4-BE49-F238E27FC236}">
                <a16:creationId xmlns:a16="http://schemas.microsoft.com/office/drawing/2014/main" id="{7E2E94B3-26D6-770D-B1F8-76F606AC2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657996-B331-E7DC-8974-F3D5F33F2960}"/>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2165160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C9786-B6A0-5263-B378-6861F88827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8333F3-7357-9D9E-9DBC-3F65E6C426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9A962A-8F28-3FF7-1C38-F6E1246BD569}"/>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5" name="Footer Placeholder 4">
            <a:extLst>
              <a:ext uri="{FF2B5EF4-FFF2-40B4-BE49-F238E27FC236}">
                <a16:creationId xmlns:a16="http://schemas.microsoft.com/office/drawing/2014/main" id="{05972301-D713-20BD-7200-A6F1332FAA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8150B-9109-8F52-D188-2EFD83F4453E}"/>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2686948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3825-078B-1586-0E63-B383D1598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B0EDCE-8291-3000-B645-1029AE942C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CBFEE2B-2509-B7B8-4792-A4F04130E1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1C6F22-0AB6-8BA9-0A46-821D35599454}"/>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6" name="Footer Placeholder 5">
            <a:extLst>
              <a:ext uri="{FF2B5EF4-FFF2-40B4-BE49-F238E27FC236}">
                <a16:creationId xmlns:a16="http://schemas.microsoft.com/office/drawing/2014/main" id="{BC3E7D08-5CDC-2AA1-32ED-CB350C6475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797BFD-8B66-C40B-C493-2967F16C3CF9}"/>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2543268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C66FD-4519-AC1B-3ECE-367885A6C7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30F446-7B15-46A3-9CAE-B2DEEF54A9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63DFB4-CA99-03A1-13F8-9CCCF25DC5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CDB35C-E5AA-1CB8-F91F-EB54A0DD24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4E5E1E-0EEA-4B03-4E82-8792375BBD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D571B1-6AB8-DEF2-58B6-B455A05B509D}"/>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8" name="Footer Placeholder 7">
            <a:extLst>
              <a:ext uri="{FF2B5EF4-FFF2-40B4-BE49-F238E27FC236}">
                <a16:creationId xmlns:a16="http://schemas.microsoft.com/office/drawing/2014/main" id="{32F960AC-37B8-A9B8-3FCB-0BC8AF4CEA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603437-38D3-2AEE-F9D6-03F1F34F9B80}"/>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1614066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BC80-0597-70A8-1C4D-FC5281E753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830624-592F-55FB-62DB-7AD536517F0C}"/>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4" name="Footer Placeholder 3">
            <a:extLst>
              <a:ext uri="{FF2B5EF4-FFF2-40B4-BE49-F238E27FC236}">
                <a16:creationId xmlns:a16="http://schemas.microsoft.com/office/drawing/2014/main" id="{667D0DB6-A5EC-A694-96EE-6B92A56111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A9EADC-AEFC-51EC-3104-9D01C7B66253}"/>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2783045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80C16B-3F68-4FD7-0FB6-1F39A12571D0}"/>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3" name="Footer Placeholder 2">
            <a:extLst>
              <a:ext uri="{FF2B5EF4-FFF2-40B4-BE49-F238E27FC236}">
                <a16:creationId xmlns:a16="http://schemas.microsoft.com/office/drawing/2014/main" id="{E43FF263-D01D-F313-75FA-6672E370CD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855B0-7006-8B42-F8BD-8061F1F6BCB5}"/>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366852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5F3BF-2442-778C-A0E5-300B986208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F98DD2-AF2C-CCD8-BF79-452CD4CBB1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48DE42-D49E-59CB-DD6C-84CBBAB388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6F47EA-DE86-9720-5A1E-C1A92C702B8F}"/>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6" name="Footer Placeholder 5">
            <a:extLst>
              <a:ext uri="{FF2B5EF4-FFF2-40B4-BE49-F238E27FC236}">
                <a16:creationId xmlns:a16="http://schemas.microsoft.com/office/drawing/2014/main" id="{4226AC7D-7666-90A7-CFB0-3AA5DE0D8D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3F8BBE-1EAB-AC40-07FE-C0BC8FEFDC38}"/>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40388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09ADF-FAD0-C793-5B84-2DA338F95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51927-773D-ACC3-1E40-3F592BE1E6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FF9E2A-2EFF-68C5-8DFB-F2594F5E55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5B613-ABA1-F793-AF3E-46290580758F}"/>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6" name="Footer Placeholder 5">
            <a:extLst>
              <a:ext uri="{FF2B5EF4-FFF2-40B4-BE49-F238E27FC236}">
                <a16:creationId xmlns:a16="http://schemas.microsoft.com/office/drawing/2014/main" id="{E3D89232-0F3D-FC1C-FED1-6A0E8F73FE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9ABAB8-43E1-4625-92E5-BB2BDD3F27B1}"/>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3954489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CE9C3-27FB-0EE9-6769-ADB50D2C534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0127E5-0DD1-4687-4885-BC8AF13037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8A7616-EB28-4A7C-1599-F5081BFAB421}"/>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5" name="Footer Placeholder 4">
            <a:extLst>
              <a:ext uri="{FF2B5EF4-FFF2-40B4-BE49-F238E27FC236}">
                <a16:creationId xmlns:a16="http://schemas.microsoft.com/office/drawing/2014/main" id="{73B4D405-6940-77CE-B5B7-CAC69E90F5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62BBB8-A5F0-5B50-E08A-076E013AC5F6}"/>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3862978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681D18-0781-CB2F-FC94-5E176C7D90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6EAA56E-5E80-8AEC-B250-A121A58DFE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B183E-6FFC-AFF9-F396-F1DF93FD7359}"/>
              </a:ext>
            </a:extLst>
          </p:cNvPr>
          <p:cNvSpPr>
            <a:spLocks noGrp="1"/>
          </p:cNvSpPr>
          <p:nvPr>
            <p:ph type="dt" sz="half" idx="10"/>
          </p:nvPr>
        </p:nvSpPr>
        <p:spPr/>
        <p:txBody>
          <a:bodyPr/>
          <a:lstStyle/>
          <a:p>
            <a:fld id="{8CD51673-915C-421D-9148-70CCD8FC5FCC}" type="datetimeFigureOut">
              <a:rPr lang="en-US" smtClean="0"/>
              <a:t>8/13/2025</a:t>
            </a:fld>
            <a:endParaRPr lang="en-US"/>
          </a:p>
        </p:txBody>
      </p:sp>
      <p:sp>
        <p:nvSpPr>
          <p:cNvPr id="5" name="Footer Placeholder 4">
            <a:extLst>
              <a:ext uri="{FF2B5EF4-FFF2-40B4-BE49-F238E27FC236}">
                <a16:creationId xmlns:a16="http://schemas.microsoft.com/office/drawing/2014/main" id="{51A0FEF8-735A-EFC4-66B8-68E5F0DDD8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1B0E8-44FF-38EE-17B5-1E246C862111}"/>
              </a:ext>
            </a:extLst>
          </p:cNvPr>
          <p:cNvSpPr>
            <a:spLocks noGrp="1"/>
          </p:cNvSpPr>
          <p:nvPr>
            <p:ph type="sldNum" sz="quarter" idx="12"/>
          </p:nvPr>
        </p:nvSpPr>
        <p:spPr/>
        <p:txBody>
          <a:bodyPr/>
          <a:lstStyle/>
          <a:p>
            <a:fld id="{7CD46FEB-2937-47DE-85BE-C87AF16F6D91}" type="slidenum">
              <a:rPr lang="en-US" smtClean="0"/>
              <a:t>‹#›</a:t>
            </a:fld>
            <a:endParaRPr lang="en-US"/>
          </a:p>
        </p:txBody>
      </p:sp>
    </p:spTree>
    <p:extLst>
      <p:ext uri="{BB962C8B-B14F-4D97-AF65-F5344CB8AC3E}">
        <p14:creationId xmlns:p14="http://schemas.microsoft.com/office/powerpoint/2010/main" val="2374576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EBD104-3517-45CA-1A3A-3A760CF42E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326EFA-1BE3-C94F-F4AB-511045FB57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A3B672-E0E4-D0E4-1654-E9588FC806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D51673-915C-421D-9148-70CCD8FC5FCC}" type="datetimeFigureOut">
              <a:rPr lang="en-US" smtClean="0"/>
              <a:t>8/13/2025</a:t>
            </a:fld>
            <a:endParaRPr lang="en-US"/>
          </a:p>
        </p:txBody>
      </p:sp>
      <p:sp>
        <p:nvSpPr>
          <p:cNvPr id="5" name="Footer Placeholder 4">
            <a:extLst>
              <a:ext uri="{FF2B5EF4-FFF2-40B4-BE49-F238E27FC236}">
                <a16:creationId xmlns:a16="http://schemas.microsoft.com/office/drawing/2014/main" id="{03B9BFD1-E3C9-C99E-0871-2FF21076D4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0F59275-53C3-BEF3-9D22-5FE7E80298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D46FEB-2937-47DE-85BE-C87AF16F6D91}" type="slidenum">
              <a:rPr lang="en-US" smtClean="0"/>
              <a:t>‹#›</a:t>
            </a:fld>
            <a:endParaRPr lang="en-US"/>
          </a:p>
        </p:txBody>
      </p:sp>
    </p:spTree>
    <p:extLst>
      <p:ext uri="{BB962C8B-B14F-4D97-AF65-F5344CB8AC3E}">
        <p14:creationId xmlns:p14="http://schemas.microsoft.com/office/powerpoint/2010/main" val="4105242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10" Type="http://schemas.openxmlformats.org/officeDocument/2006/relationships/chart" Target="../charts/chart8.xml"/><Relationship Id="rId4" Type="http://schemas.openxmlformats.org/officeDocument/2006/relationships/chart" Target="../charts/chart2.xml"/><Relationship Id="rId9" Type="http://schemas.openxmlformats.org/officeDocument/2006/relationships/chart" Target="../charts/chart7.xml"/></Relationships>
</file>

<file path=ppt/slides/_rels/slide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image" Target="../media/image2.png"/><Relationship Id="rId7"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chart" Target="../charts/chart14.xml"/><Relationship Id="rId4" Type="http://schemas.openxmlformats.org/officeDocument/2006/relationships/chart" Target="../charts/char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F3EAB-63B1-4D22-EBC2-E978C000AB57}"/>
              </a:ext>
            </a:extLst>
          </p:cNvPr>
          <p:cNvSpPr>
            <a:spLocks noGrp="1"/>
          </p:cNvSpPr>
          <p:nvPr>
            <p:ph type="title"/>
          </p:nvPr>
        </p:nvSpPr>
        <p:spPr/>
        <p:txBody>
          <a:bodyPr/>
          <a:lstStyle/>
          <a:p>
            <a:r>
              <a:rPr lang="en-US" dirty="0"/>
              <a:t>Fig 1</a:t>
            </a:r>
          </a:p>
        </p:txBody>
      </p:sp>
      <p:pic>
        <p:nvPicPr>
          <p:cNvPr id="8" name="Picture 7">
            <a:extLst>
              <a:ext uri="{FF2B5EF4-FFF2-40B4-BE49-F238E27FC236}">
                <a16:creationId xmlns:a16="http://schemas.microsoft.com/office/drawing/2014/main" id="{8CAB2917-B5A9-50A5-533F-D1A634695210}"/>
              </a:ext>
            </a:extLst>
          </p:cNvPr>
          <p:cNvPicPr>
            <a:picLocks noChangeAspect="1"/>
          </p:cNvPicPr>
          <p:nvPr/>
        </p:nvPicPr>
        <p:blipFill>
          <a:blip r:embed="rId2"/>
          <a:stretch>
            <a:fillRect/>
          </a:stretch>
        </p:blipFill>
        <p:spPr>
          <a:xfrm>
            <a:off x="2096600" y="318333"/>
            <a:ext cx="8776083" cy="6174542"/>
          </a:xfrm>
          <a:prstGeom prst="rect">
            <a:avLst/>
          </a:prstGeom>
        </p:spPr>
      </p:pic>
    </p:spTree>
    <p:extLst>
      <p:ext uri="{BB962C8B-B14F-4D97-AF65-F5344CB8AC3E}">
        <p14:creationId xmlns:p14="http://schemas.microsoft.com/office/powerpoint/2010/main" val="2614869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7A478-8A4F-5C44-D524-AE7F73A5D91F}"/>
              </a:ext>
            </a:extLst>
          </p:cNvPr>
          <p:cNvSpPr>
            <a:spLocks noGrp="1"/>
          </p:cNvSpPr>
          <p:nvPr>
            <p:ph type="title"/>
          </p:nvPr>
        </p:nvSpPr>
        <p:spPr>
          <a:xfrm>
            <a:off x="357081" y="30530"/>
            <a:ext cx="10515600" cy="1325563"/>
          </a:xfrm>
        </p:spPr>
        <p:txBody>
          <a:bodyPr/>
          <a:lstStyle/>
          <a:p>
            <a:r>
              <a:rPr lang="en-US" dirty="0"/>
              <a:t>Fig 2</a:t>
            </a:r>
          </a:p>
        </p:txBody>
      </p:sp>
      <p:graphicFrame>
        <p:nvGraphicFramePr>
          <p:cNvPr id="4" name="Chart 3">
            <a:extLst>
              <a:ext uri="{FF2B5EF4-FFF2-40B4-BE49-F238E27FC236}">
                <a16:creationId xmlns:a16="http://schemas.microsoft.com/office/drawing/2014/main" id="{98835953-8ABF-436B-BD7A-AFF733611D74}"/>
              </a:ext>
            </a:extLst>
          </p:cNvPr>
          <p:cNvGraphicFramePr>
            <a:graphicFrameLocks/>
          </p:cNvGraphicFramePr>
          <p:nvPr>
            <p:extLst>
              <p:ext uri="{D42A27DB-BD31-4B8C-83A1-F6EECF244321}">
                <p14:modId xmlns:p14="http://schemas.microsoft.com/office/powerpoint/2010/main" val="2697731464"/>
              </p:ext>
            </p:extLst>
          </p:nvPr>
        </p:nvGraphicFramePr>
        <p:xfrm>
          <a:off x="828007" y="1235274"/>
          <a:ext cx="2776386" cy="17748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42BE8727-0B36-400E-89D0-1A6DB3FF1CBA}"/>
              </a:ext>
            </a:extLst>
          </p:cNvPr>
          <p:cNvGraphicFramePr>
            <a:graphicFrameLocks/>
          </p:cNvGraphicFramePr>
          <p:nvPr>
            <p:extLst>
              <p:ext uri="{D42A27DB-BD31-4B8C-83A1-F6EECF244321}">
                <p14:modId xmlns:p14="http://schemas.microsoft.com/office/powerpoint/2010/main" val="2543185261"/>
              </p:ext>
            </p:extLst>
          </p:nvPr>
        </p:nvGraphicFramePr>
        <p:xfrm>
          <a:off x="3604394" y="1235274"/>
          <a:ext cx="2776384" cy="177484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9F21C64A-F930-4624-80F2-3A7C2828CF73}"/>
              </a:ext>
            </a:extLst>
          </p:cNvPr>
          <p:cNvGraphicFramePr>
            <a:graphicFrameLocks/>
          </p:cNvGraphicFramePr>
          <p:nvPr>
            <p:extLst>
              <p:ext uri="{D42A27DB-BD31-4B8C-83A1-F6EECF244321}">
                <p14:modId xmlns:p14="http://schemas.microsoft.com/office/powerpoint/2010/main" val="4269184357"/>
              </p:ext>
            </p:extLst>
          </p:nvPr>
        </p:nvGraphicFramePr>
        <p:xfrm>
          <a:off x="828008" y="3010117"/>
          <a:ext cx="2776385" cy="177484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20BE6964-B164-4950-AFB7-4819F1F98249}"/>
              </a:ext>
            </a:extLst>
          </p:cNvPr>
          <p:cNvGraphicFramePr>
            <a:graphicFrameLocks/>
          </p:cNvGraphicFramePr>
          <p:nvPr>
            <p:extLst>
              <p:ext uri="{D42A27DB-BD31-4B8C-83A1-F6EECF244321}">
                <p14:modId xmlns:p14="http://schemas.microsoft.com/office/powerpoint/2010/main" val="2227918916"/>
              </p:ext>
            </p:extLst>
          </p:nvPr>
        </p:nvGraphicFramePr>
        <p:xfrm>
          <a:off x="3604394" y="3010115"/>
          <a:ext cx="2776384" cy="1774845"/>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8" name="Chart 7">
            <a:extLst>
              <a:ext uri="{FF2B5EF4-FFF2-40B4-BE49-F238E27FC236}">
                <a16:creationId xmlns:a16="http://schemas.microsoft.com/office/drawing/2014/main" id="{E27D50EE-B963-473E-AF98-467ED0417FB8}"/>
              </a:ext>
            </a:extLst>
          </p:cNvPr>
          <p:cNvGraphicFramePr>
            <a:graphicFrameLocks/>
          </p:cNvGraphicFramePr>
          <p:nvPr>
            <p:extLst>
              <p:ext uri="{D42A27DB-BD31-4B8C-83A1-F6EECF244321}">
                <p14:modId xmlns:p14="http://schemas.microsoft.com/office/powerpoint/2010/main" val="847150620"/>
              </p:ext>
            </p:extLst>
          </p:nvPr>
        </p:nvGraphicFramePr>
        <p:xfrm>
          <a:off x="828009" y="4784961"/>
          <a:ext cx="2776384" cy="1774844"/>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9" name="Chart 8">
            <a:extLst>
              <a:ext uri="{FF2B5EF4-FFF2-40B4-BE49-F238E27FC236}">
                <a16:creationId xmlns:a16="http://schemas.microsoft.com/office/drawing/2014/main" id="{8BFE60A8-E7BB-459F-9266-1040A687D8D7}"/>
              </a:ext>
            </a:extLst>
          </p:cNvPr>
          <p:cNvGraphicFramePr>
            <a:graphicFrameLocks/>
          </p:cNvGraphicFramePr>
          <p:nvPr>
            <p:extLst>
              <p:ext uri="{D42A27DB-BD31-4B8C-83A1-F6EECF244321}">
                <p14:modId xmlns:p14="http://schemas.microsoft.com/office/powerpoint/2010/main" val="2763656687"/>
              </p:ext>
            </p:extLst>
          </p:nvPr>
        </p:nvGraphicFramePr>
        <p:xfrm>
          <a:off x="3604394" y="4784958"/>
          <a:ext cx="2776384" cy="1774845"/>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0" name="Chart 9">
            <a:extLst>
              <a:ext uri="{FF2B5EF4-FFF2-40B4-BE49-F238E27FC236}">
                <a16:creationId xmlns:a16="http://schemas.microsoft.com/office/drawing/2014/main" id="{6CEC3FE1-8F7B-4A40-991D-67026DAFF163}"/>
              </a:ext>
            </a:extLst>
          </p:cNvPr>
          <p:cNvGraphicFramePr>
            <a:graphicFrameLocks/>
          </p:cNvGraphicFramePr>
          <p:nvPr>
            <p:extLst>
              <p:ext uri="{D42A27DB-BD31-4B8C-83A1-F6EECF244321}">
                <p14:modId xmlns:p14="http://schemas.microsoft.com/office/powerpoint/2010/main" val="1842964811"/>
              </p:ext>
            </p:extLst>
          </p:nvPr>
        </p:nvGraphicFramePr>
        <p:xfrm>
          <a:off x="6380776" y="1235272"/>
          <a:ext cx="4491905" cy="272267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3" name="Chart 2">
            <a:extLst>
              <a:ext uri="{FF2B5EF4-FFF2-40B4-BE49-F238E27FC236}">
                <a16:creationId xmlns:a16="http://schemas.microsoft.com/office/drawing/2014/main" id="{11322A95-C534-FA73-0EF5-44AB6FD03CC1}"/>
              </a:ext>
            </a:extLst>
          </p:cNvPr>
          <p:cNvGraphicFramePr>
            <a:graphicFrameLocks/>
          </p:cNvGraphicFramePr>
          <p:nvPr>
            <p:extLst>
              <p:ext uri="{D42A27DB-BD31-4B8C-83A1-F6EECF244321}">
                <p14:modId xmlns:p14="http://schemas.microsoft.com/office/powerpoint/2010/main" val="1723067674"/>
              </p:ext>
            </p:extLst>
          </p:nvPr>
        </p:nvGraphicFramePr>
        <p:xfrm>
          <a:off x="6380776" y="3957948"/>
          <a:ext cx="4491905" cy="2601854"/>
        </p:xfrm>
        <a:graphic>
          <a:graphicData uri="http://schemas.openxmlformats.org/drawingml/2006/chart">
            <c:chart xmlns:c="http://schemas.openxmlformats.org/drawingml/2006/chart" xmlns:r="http://schemas.openxmlformats.org/officeDocument/2006/relationships" r:id="rId10"/>
          </a:graphicData>
        </a:graphic>
      </p:graphicFrame>
      <p:sp>
        <p:nvSpPr>
          <p:cNvPr id="12" name="Rectangle 11">
            <a:extLst>
              <a:ext uri="{FF2B5EF4-FFF2-40B4-BE49-F238E27FC236}">
                <a16:creationId xmlns:a16="http://schemas.microsoft.com/office/drawing/2014/main" id="{EE78B679-BE73-B53A-AC99-B4D4EE18E24A}"/>
              </a:ext>
            </a:extLst>
          </p:cNvPr>
          <p:cNvSpPr/>
          <p:nvPr/>
        </p:nvSpPr>
        <p:spPr>
          <a:xfrm>
            <a:off x="3545035" y="1267301"/>
            <a:ext cx="103040" cy="1736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3" name="Rectangle 12">
            <a:extLst>
              <a:ext uri="{FF2B5EF4-FFF2-40B4-BE49-F238E27FC236}">
                <a16:creationId xmlns:a16="http://schemas.microsoft.com/office/drawing/2014/main" id="{56CC816C-515A-9C39-69C6-C66CA2A31887}"/>
              </a:ext>
            </a:extLst>
          </p:cNvPr>
          <p:cNvSpPr/>
          <p:nvPr/>
        </p:nvSpPr>
        <p:spPr>
          <a:xfrm>
            <a:off x="3552655" y="3027521"/>
            <a:ext cx="103040" cy="1736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4" name="Rectangle 13">
            <a:extLst>
              <a:ext uri="{FF2B5EF4-FFF2-40B4-BE49-F238E27FC236}">
                <a16:creationId xmlns:a16="http://schemas.microsoft.com/office/drawing/2014/main" id="{87719F1C-AE33-E367-A490-7B6920FACD98}"/>
              </a:ext>
            </a:extLst>
          </p:cNvPr>
          <p:cNvSpPr/>
          <p:nvPr/>
        </p:nvSpPr>
        <p:spPr>
          <a:xfrm>
            <a:off x="3560275" y="4818221"/>
            <a:ext cx="103040" cy="1736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5" name="Rectangle 14">
            <a:extLst>
              <a:ext uri="{FF2B5EF4-FFF2-40B4-BE49-F238E27FC236}">
                <a16:creationId xmlns:a16="http://schemas.microsoft.com/office/drawing/2014/main" id="{89DC1FF0-94C7-D998-A6FB-E54AE5CEFA59}"/>
              </a:ext>
            </a:extLst>
          </p:cNvPr>
          <p:cNvSpPr/>
          <p:nvPr/>
        </p:nvSpPr>
        <p:spPr>
          <a:xfrm>
            <a:off x="3552655" y="4802981"/>
            <a:ext cx="103040" cy="1736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6" name="Rectangle 15">
            <a:extLst>
              <a:ext uri="{FF2B5EF4-FFF2-40B4-BE49-F238E27FC236}">
                <a16:creationId xmlns:a16="http://schemas.microsoft.com/office/drawing/2014/main" id="{A0C8DBDA-584C-3071-1B64-569999FCC2CD}"/>
              </a:ext>
            </a:extLst>
          </p:cNvPr>
          <p:cNvSpPr/>
          <p:nvPr/>
        </p:nvSpPr>
        <p:spPr>
          <a:xfrm>
            <a:off x="3560275" y="3042761"/>
            <a:ext cx="103040" cy="1736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7" name="Rectangle 16">
            <a:extLst>
              <a:ext uri="{FF2B5EF4-FFF2-40B4-BE49-F238E27FC236}">
                <a16:creationId xmlns:a16="http://schemas.microsoft.com/office/drawing/2014/main" id="{07D2CF5D-BF5A-1375-430F-669FB8211311}"/>
              </a:ext>
            </a:extLst>
          </p:cNvPr>
          <p:cNvSpPr/>
          <p:nvPr/>
        </p:nvSpPr>
        <p:spPr>
          <a:xfrm>
            <a:off x="3567895" y="1252061"/>
            <a:ext cx="103040" cy="17368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18" name="TextBox 17">
            <a:extLst>
              <a:ext uri="{FF2B5EF4-FFF2-40B4-BE49-F238E27FC236}">
                <a16:creationId xmlns:a16="http://schemas.microsoft.com/office/drawing/2014/main" id="{D85D928F-023D-0CE9-34B5-D80D347D96BF}"/>
              </a:ext>
            </a:extLst>
          </p:cNvPr>
          <p:cNvSpPr txBox="1"/>
          <p:nvPr/>
        </p:nvSpPr>
        <p:spPr>
          <a:xfrm>
            <a:off x="3356619" y="2730770"/>
            <a:ext cx="894116" cy="276999"/>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Base run</a:t>
            </a:r>
          </a:p>
        </p:txBody>
      </p:sp>
      <p:sp>
        <p:nvSpPr>
          <p:cNvPr id="19" name="TextBox 18">
            <a:extLst>
              <a:ext uri="{FF2B5EF4-FFF2-40B4-BE49-F238E27FC236}">
                <a16:creationId xmlns:a16="http://schemas.microsoft.com/office/drawing/2014/main" id="{631C3DE9-9494-0BB1-C0BA-108EED115E5A}"/>
              </a:ext>
            </a:extLst>
          </p:cNvPr>
          <p:cNvSpPr txBox="1"/>
          <p:nvPr/>
        </p:nvSpPr>
        <p:spPr>
          <a:xfrm>
            <a:off x="2280164" y="4508782"/>
            <a:ext cx="3047026" cy="276999"/>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Symptom information</a:t>
            </a:r>
          </a:p>
        </p:txBody>
      </p:sp>
      <p:sp>
        <p:nvSpPr>
          <p:cNvPr id="20" name="TextBox 19">
            <a:extLst>
              <a:ext uri="{FF2B5EF4-FFF2-40B4-BE49-F238E27FC236}">
                <a16:creationId xmlns:a16="http://schemas.microsoft.com/office/drawing/2014/main" id="{B2EDA113-314D-B271-84D5-008ECDA40491}"/>
              </a:ext>
            </a:extLst>
          </p:cNvPr>
          <p:cNvSpPr txBox="1"/>
          <p:nvPr/>
        </p:nvSpPr>
        <p:spPr>
          <a:xfrm>
            <a:off x="3128197" y="6290424"/>
            <a:ext cx="1360787" cy="276999"/>
          </a:xfrm>
          <a:prstGeom prst="rect">
            <a:avLst/>
          </a:prstGeom>
          <a:noFill/>
        </p:spPr>
        <p:txBody>
          <a:bodyPr wrap="square" rtlCol="0">
            <a:spAutoFit/>
          </a:bodyPr>
          <a:lstStyle/>
          <a:p>
            <a:pPr algn="ctr"/>
            <a:r>
              <a:rPr lang="en-US" sz="1200" b="1" dirty="0">
                <a:latin typeface="Arial" panose="020B0604020202020204" pitchFamily="34" charset="0"/>
                <a:cs typeface="Arial" panose="020B0604020202020204" pitchFamily="34" charset="0"/>
              </a:rPr>
              <a:t>Full feedback</a:t>
            </a:r>
          </a:p>
        </p:txBody>
      </p:sp>
      <p:sp>
        <p:nvSpPr>
          <p:cNvPr id="21" name="TextBox 20">
            <a:extLst>
              <a:ext uri="{FF2B5EF4-FFF2-40B4-BE49-F238E27FC236}">
                <a16:creationId xmlns:a16="http://schemas.microsoft.com/office/drawing/2014/main" id="{1A00C7DD-C02C-345F-9862-808D924E3D5E}"/>
              </a:ext>
            </a:extLst>
          </p:cNvPr>
          <p:cNvSpPr txBox="1"/>
          <p:nvPr/>
        </p:nvSpPr>
        <p:spPr>
          <a:xfrm>
            <a:off x="6314234" y="3597928"/>
            <a:ext cx="465112"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D</a:t>
            </a:r>
          </a:p>
        </p:txBody>
      </p:sp>
      <p:sp>
        <p:nvSpPr>
          <p:cNvPr id="23" name="TextBox 22">
            <a:extLst>
              <a:ext uri="{FF2B5EF4-FFF2-40B4-BE49-F238E27FC236}">
                <a16:creationId xmlns:a16="http://schemas.microsoft.com/office/drawing/2014/main" id="{05AA1B22-DF59-9855-275C-98857466FDC0}"/>
              </a:ext>
            </a:extLst>
          </p:cNvPr>
          <p:cNvSpPr txBox="1"/>
          <p:nvPr/>
        </p:nvSpPr>
        <p:spPr>
          <a:xfrm>
            <a:off x="6336707" y="6209095"/>
            <a:ext cx="465112"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E</a:t>
            </a:r>
          </a:p>
        </p:txBody>
      </p:sp>
      <p:sp>
        <p:nvSpPr>
          <p:cNvPr id="24" name="TextBox 23">
            <a:extLst>
              <a:ext uri="{FF2B5EF4-FFF2-40B4-BE49-F238E27FC236}">
                <a16:creationId xmlns:a16="http://schemas.microsoft.com/office/drawing/2014/main" id="{30BD58C2-5B49-DABD-43DA-1B5CEF2F91CD}"/>
              </a:ext>
            </a:extLst>
          </p:cNvPr>
          <p:cNvSpPr txBox="1"/>
          <p:nvPr/>
        </p:nvSpPr>
        <p:spPr>
          <a:xfrm>
            <a:off x="783941" y="2635939"/>
            <a:ext cx="465112"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A</a:t>
            </a:r>
          </a:p>
        </p:txBody>
      </p:sp>
      <p:sp>
        <p:nvSpPr>
          <p:cNvPr id="25" name="TextBox 24">
            <a:extLst>
              <a:ext uri="{FF2B5EF4-FFF2-40B4-BE49-F238E27FC236}">
                <a16:creationId xmlns:a16="http://schemas.microsoft.com/office/drawing/2014/main" id="{AD9F5B2B-D0C8-0D72-0D0F-594B1A08C9DC}"/>
              </a:ext>
            </a:extLst>
          </p:cNvPr>
          <p:cNvSpPr txBox="1"/>
          <p:nvPr/>
        </p:nvSpPr>
        <p:spPr>
          <a:xfrm>
            <a:off x="783941" y="4419019"/>
            <a:ext cx="465112"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B</a:t>
            </a:r>
          </a:p>
        </p:txBody>
      </p:sp>
      <p:sp>
        <p:nvSpPr>
          <p:cNvPr id="26" name="TextBox 25">
            <a:extLst>
              <a:ext uri="{FF2B5EF4-FFF2-40B4-BE49-F238E27FC236}">
                <a16:creationId xmlns:a16="http://schemas.microsoft.com/office/drawing/2014/main" id="{7224B11E-DD11-B594-7809-B799BFE46E79}"/>
              </a:ext>
            </a:extLst>
          </p:cNvPr>
          <p:cNvSpPr txBox="1"/>
          <p:nvPr/>
        </p:nvSpPr>
        <p:spPr>
          <a:xfrm>
            <a:off x="783941" y="6194479"/>
            <a:ext cx="465112"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C</a:t>
            </a:r>
          </a:p>
        </p:txBody>
      </p:sp>
    </p:spTree>
    <p:extLst>
      <p:ext uri="{BB962C8B-B14F-4D97-AF65-F5344CB8AC3E}">
        <p14:creationId xmlns:p14="http://schemas.microsoft.com/office/powerpoint/2010/main" val="2292707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AB1C0-3DD1-DD14-DB47-458E0D23E660}"/>
              </a:ext>
            </a:extLst>
          </p:cNvPr>
          <p:cNvSpPr>
            <a:spLocks noGrp="1"/>
          </p:cNvSpPr>
          <p:nvPr>
            <p:ph type="title"/>
          </p:nvPr>
        </p:nvSpPr>
        <p:spPr>
          <a:xfrm>
            <a:off x="998385" y="-21991"/>
            <a:ext cx="10515600" cy="1325563"/>
          </a:xfrm>
        </p:spPr>
        <p:txBody>
          <a:bodyPr/>
          <a:lstStyle/>
          <a:p>
            <a:r>
              <a:rPr lang="en-US" dirty="0"/>
              <a:t>Fig 3</a:t>
            </a:r>
          </a:p>
        </p:txBody>
      </p:sp>
      <p:graphicFrame>
        <p:nvGraphicFramePr>
          <p:cNvPr id="3" name="Chart 2">
            <a:extLst>
              <a:ext uri="{FF2B5EF4-FFF2-40B4-BE49-F238E27FC236}">
                <a16:creationId xmlns:a16="http://schemas.microsoft.com/office/drawing/2014/main" id="{2BA9696E-0A20-44AF-971D-EB67AA8E5318}"/>
              </a:ext>
            </a:extLst>
          </p:cNvPr>
          <p:cNvGraphicFramePr>
            <a:graphicFrameLocks/>
          </p:cNvGraphicFramePr>
          <p:nvPr>
            <p:extLst>
              <p:ext uri="{D42A27DB-BD31-4B8C-83A1-F6EECF244321}">
                <p14:modId xmlns:p14="http://schemas.microsoft.com/office/powerpoint/2010/main" val="1561608783"/>
              </p:ext>
            </p:extLst>
          </p:nvPr>
        </p:nvGraphicFramePr>
        <p:xfrm>
          <a:off x="6902703" y="3790398"/>
          <a:ext cx="45910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16C8673-3634-42C4-B43F-5AA26D547973}"/>
              </a:ext>
            </a:extLst>
          </p:cNvPr>
          <p:cNvGraphicFramePr>
            <a:graphicFrameLocks/>
          </p:cNvGraphicFramePr>
          <p:nvPr>
            <p:extLst>
              <p:ext uri="{D42A27DB-BD31-4B8C-83A1-F6EECF244321}">
                <p14:modId xmlns:p14="http://schemas.microsoft.com/office/powerpoint/2010/main" val="1011105400"/>
              </p:ext>
            </p:extLst>
          </p:nvPr>
        </p:nvGraphicFramePr>
        <p:xfrm>
          <a:off x="6902703" y="1047199"/>
          <a:ext cx="459105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61D4814C-E212-4D66-824C-D5FEF47D816A}"/>
              </a:ext>
            </a:extLst>
          </p:cNvPr>
          <p:cNvGraphicFramePr>
            <a:graphicFrameLocks/>
          </p:cNvGraphicFramePr>
          <p:nvPr>
            <p:extLst>
              <p:ext uri="{D42A27DB-BD31-4B8C-83A1-F6EECF244321}">
                <p14:modId xmlns:p14="http://schemas.microsoft.com/office/powerpoint/2010/main" val="2999038422"/>
              </p:ext>
            </p:extLst>
          </p:nvPr>
        </p:nvGraphicFramePr>
        <p:xfrm>
          <a:off x="2330701" y="1047198"/>
          <a:ext cx="4572001"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1" name="Chart 10">
            <a:extLst>
              <a:ext uri="{FF2B5EF4-FFF2-40B4-BE49-F238E27FC236}">
                <a16:creationId xmlns:a16="http://schemas.microsoft.com/office/drawing/2014/main" id="{D0483789-ADF4-4CC2-8F46-99C40E06DC0C}"/>
              </a:ext>
            </a:extLst>
          </p:cNvPr>
          <p:cNvGraphicFramePr>
            <a:graphicFrameLocks/>
          </p:cNvGraphicFramePr>
          <p:nvPr>
            <p:extLst>
              <p:ext uri="{D42A27DB-BD31-4B8C-83A1-F6EECF244321}">
                <p14:modId xmlns:p14="http://schemas.microsoft.com/office/powerpoint/2010/main" val="735541613"/>
              </p:ext>
            </p:extLst>
          </p:nvPr>
        </p:nvGraphicFramePr>
        <p:xfrm>
          <a:off x="2330700" y="3790396"/>
          <a:ext cx="4572002" cy="274319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071196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5F2E1-41D2-EEAE-621F-4057DEBC5B10}"/>
              </a:ext>
            </a:extLst>
          </p:cNvPr>
          <p:cNvSpPr>
            <a:spLocks noGrp="1"/>
          </p:cNvSpPr>
          <p:nvPr>
            <p:ph type="title"/>
          </p:nvPr>
        </p:nvSpPr>
        <p:spPr/>
        <p:txBody>
          <a:bodyPr/>
          <a:lstStyle/>
          <a:p>
            <a:r>
              <a:rPr lang="en-US" dirty="0"/>
              <a:t>Fig optional about agent?</a:t>
            </a:r>
          </a:p>
        </p:txBody>
      </p:sp>
      <p:sp>
        <p:nvSpPr>
          <p:cNvPr id="4" name="TextBox 3">
            <a:extLst>
              <a:ext uri="{FF2B5EF4-FFF2-40B4-BE49-F238E27FC236}">
                <a16:creationId xmlns:a16="http://schemas.microsoft.com/office/drawing/2014/main" id="{504C034F-EF45-176E-FB1B-6F629C3C11B3}"/>
              </a:ext>
            </a:extLst>
          </p:cNvPr>
          <p:cNvSpPr txBox="1"/>
          <p:nvPr/>
        </p:nvSpPr>
        <p:spPr>
          <a:xfrm>
            <a:off x="3504644" y="3069265"/>
            <a:ext cx="3463236" cy="2462213"/>
          </a:xfrm>
          <a:custGeom>
            <a:avLst/>
            <a:gdLst>
              <a:gd name="connsiteX0" fmla="*/ 0 w 3463236"/>
              <a:gd name="connsiteY0" fmla="*/ 0 h 2462213"/>
              <a:gd name="connsiteX1" fmla="*/ 577206 w 3463236"/>
              <a:gd name="connsiteY1" fmla="*/ 0 h 2462213"/>
              <a:gd name="connsiteX2" fmla="*/ 1189044 w 3463236"/>
              <a:gd name="connsiteY2" fmla="*/ 0 h 2462213"/>
              <a:gd name="connsiteX3" fmla="*/ 1731618 w 3463236"/>
              <a:gd name="connsiteY3" fmla="*/ 0 h 2462213"/>
              <a:gd name="connsiteX4" fmla="*/ 2343456 w 3463236"/>
              <a:gd name="connsiteY4" fmla="*/ 0 h 2462213"/>
              <a:gd name="connsiteX5" fmla="*/ 2920662 w 3463236"/>
              <a:gd name="connsiteY5" fmla="*/ 0 h 2462213"/>
              <a:gd name="connsiteX6" fmla="*/ 3463236 w 3463236"/>
              <a:gd name="connsiteY6" fmla="*/ 0 h 2462213"/>
              <a:gd name="connsiteX7" fmla="*/ 3463236 w 3463236"/>
              <a:gd name="connsiteY7" fmla="*/ 541687 h 2462213"/>
              <a:gd name="connsiteX8" fmla="*/ 3463236 w 3463236"/>
              <a:gd name="connsiteY8" fmla="*/ 1083374 h 2462213"/>
              <a:gd name="connsiteX9" fmla="*/ 3463236 w 3463236"/>
              <a:gd name="connsiteY9" fmla="*/ 1625061 h 2462213"/>
              <a:gd name="connsiteX10" fmla="*/ 3463236 w 3463236"/>
              <a:gd name="connsiteY10" fmla="*/ 2462213 h 2462213"/>
              <a:gd name="connsiteX11" fmla="*/ 2955295 w 3463236"/>
              <a:gd name="connsiteY11" fmla="*/ 2462213 h 2462213"/>
              <a:gd name="connsiteX12" fmla="*/ 2378089 w 3463236"/>
              <a:gd name="connsiteY12" fmla="*/ 2462213 h 2462213"/>
              <a:gd name="connsiteX13" fmla="*/ 1731618 w 3463236"/>
              <a:gd name="connsiteY13" fmla="*/ 2462213 h 2462213"/>
              <a:gd name="connsiteX14" fmla="*/ 1085147 w 3463236"/>
              <a:gd name="connsiteY14" fmla="*/ 2462213 h 2462213"/>
              <a:gd name="connsiteX15" fmla="*/ 0 w 3463236"/>
              <a:gd name="connsiteY15" fmla="*/ 2462213 h 2462213"/>
              <a:gd name="connsiteX16" fmla="*/ 0 w 3463236"/>
              <a:gd name="connsiteY16" fmla="*/ 2043637 h 2462213"/>
              <a:gd name="connsiteX17" fmla="*/ 0 w 3463236"/>
              <a:gd name="connsiteY17" fmla="*/ 1625061 h 2462213"/>
              <a:gd name="connsiteX18" fmla="*/ 0 w 3463236"/>
              <a:gd name="connsiteY18" fmla="*/ 1206484 h 2462213"/>
              <a:gd name="connsiteX19" fmla="*/ 0 w 3463236"/>
              <a:gd name="connsiteY19" fmla="*/ 787908 h 2462213"/>
              <a:gd name="connsiteX20" fmla="*/ 0 w 3463236"/>
              <a:gd name="connsiteY20" fmla="*/ 0 h 246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63236" h="2462213" fill="none" extrusionOk="0">
                <a:moveTo>
                  <a:pt x="0" y="0"/>
                </a:moveTo>
                <a:cubicBezTo>
                  <a:pt x="262277" y="-55710"/>
                  <a:pt x="389445" y="6049"/>
                  <a:pt x="577206" y="0"/>
                </a:cubicBezTo>
                <a:cubicBezTo>
                  <a:pt x="764967" y="-6049"/>
                  <a:pt x="926881" y="66443"/>
                  <a:pt x="1189044" y="0"/>
                </a:cubicBezTo>
                <a:cubicBezTo>
                  <a:pt x="1451207" y="-66443"/>
                  <a:pt x="1462797" y="65009"/>
                  <a:pt x="1731618" y="0"/>
                </a:cubicBezTo>
                <a:cubicBezTo>
                  <a:pt x="2000439" y="-65009"/>
                  <a:pt x="2079428" y="23310"/>
                  <a:pt x="2343456" y="0"/>
                </a:cubicBezTo>
                <a:cubicBezTo>
                  <a:pt x="2607484" y="-23310"/>
                  <a:pt x="2688652" y="1828"/>
                  <a:pt x="2920662" y="0"/>
                </a:cubicBezTo>
                <a:cubicBezTo>
                  <a:pt x="3152672" y="-1828"/>
                  <a:pt x="3342633" y="41067"/>
                  <a:pt x="3463236" y="0"/>
                </a:cubicBezTo>
                <a:cubicBezTo>
                  <a:pt x="3465778" y="254108"/>
                  <a:pt x="3440248" y="310647"/>
                  <a:pt x="3463236" y="541687"/>
                </a:cubicBezTo>
                <a:cubicBezTo>
                  <a:pt x="3486224" y="772727"/>
                  <a:pt x="3460144" y="963370"/>
                  <a:pt x="3463236" y="1083374"/>
                </a:cubicBezTo>
                <a:cubicBezTo>
                  <a:pt x="3466328" y="1203378"/>
                  <a:pt x="3463012" y="1513856"/>
                  <a:pt x="3463236" y="1625061"/>
                </a:cubicBezTo>
                <a:cubicBezTo>
                  <a:pt x="3463460" y="1736266"/>
                  <a:pt x="3389875" y="2160179"/>
                  <a:pt x="3463236" y="2462213"/>
                </a:cubicBezTo>
                <a:cubicBezTo>
                  <a:pt x="3217642" y="2476848"/>
                  <a:pt x="3089561" y="2403540"/>
                  <a:pt x="2955295" y="2462213"/>
                </a:cubicBezTo>
                <a:cubicBezTo>
                  <a:pt x="2821029" y="2520886"/>
                  <a:pt x="2524959" y="2424360"/>
                  <a:pt x="2378089" y="2462213"/>
                </a:cubicBezTo>
                <a:cubicBezTo>
                  <a:pt x="2231219" y="2500066"/>
                  <a:pt x="1938967" y="2429378"/>
                  <a:pt x="1731618" y="2462213"/>
                </a:cubicBezTo>
                <a:cubicBezTo>
                  <a:pt x="1524269" y="2495048"/>
                  <a:pt x="1372425" y="2409925"/>
                  <a:pt x="1085147" y="2462213"/>
                </a:cubicBezTo>
                <a:cubicBezTo>
                  <a:pt x="797869" y="2514501"/>
                  <a:pt x="220899" y="2357268"/>
                  <a:pt x="0" y="2462213"/>
                </a:cubicBezTo>
                <a:cubicBezTo>
                  <a:pt x="-19941" y="2296711"/>
                  <a:pt x="45865" y="2216412"/>
                  <a:pt x="0" y="2043637"/>
                </a:cubicBezTo>
                <a:cubicBezTo>
                  <a:pt x="-45865" y="1870862"/>
                  <a:pt x="8835" y="1734132"/>
                  <a:pt x="0" y="1625061"/>
                </a:cubicBezTo>
                <a:cubicBezTo>
                  <a:pt x="-8835" y="1515990"/>
                  <a:pt x="9932" y="1345428"/>
                  <a:pt x="0" y="1206484"/>
                </a:cubicBezTo>
                <a:cubicBezTo>
                  <a:pt x="-9932" y="1067540"/>
                  <a:pt x="21941" y="915626"/>
                  <a:pt x="0" y="787908"/>
                </a:cubicBezTo>
                <a:cubicBezTo>
                  <a:pt x="-21941" y="660190"/>
                  <a:pt x="12628" y="280125"/>
                  <a:pt x="0" y="0"/>
                </a:cubicBezTo>
                <a:close/>
              </a:path>
              <a:path w="3463236" h="2462213" stroke="0" extrusionOk="0">
                <a:moveTo>
                  <a:pt x="0" y="0"/>
                </a:moveTo>
                <a:cubicBezTo>
                  <a:pt x="164496" y="-740"/>
                  <a:pt x="323316" y="16771"/>
                  <a:pt x="507941" y="0"/>
                </a:cubicBezTo>
                <a:cubicBezTo>
                  <a:pt x="692566" y="-16771"/>
                  <a:pt x="934613" y="42099"/>
                  <a:pt x="1119780" y="0"/>
                </a:cubicBezTo>
                <a:cubicBezTo>
                  <a:pt x="1304947" y="-42099"/>
                  <a:pt x="1511226" y="49490"/>
                  <a:pt x="1696986" y="0"/>
                </a:cubicBezTo>
                <a:cubicBezTo>
                  <a:pt x="1882746" y="-49490"/>
                  <a:pt x="2205835" y="57112"/>
                  <a:pt x="2343456" y="0"/>
                </a:cubicBezTo>
                <a:cubicBezTo>
                  <a:pt x="2481077" y="-57112"/>
                  <a:pt x="2828442" y="8339"/>
                  <a:pt x="2955295" y="0"/>
                </a:cubicBezTo>
                <a:cubicBezTo>
                  <a:pt x="3082148" y="-8339"/>
                  <a:pt x="3294019" y="38513"/>
                  <a:pt x="3463236" y="0"/>
                </a:cubicBezTo>
                <a:cubicBezTo>
                  <a:pt x="3476696" y="181944"/>
                  <a:pt x="3443066" y="313697"/>
                  <a:pt x="3463236" y="467820"/>
                </a:cubicBezTo>
                <a:cubicBezTo>
                  <a:pt x="3483406" y="621943"/>
                  <a:pt x="3437118" y="720885"/>
                  <a:pt x="3463236" y="886397"/>
                </a:cubicBezTo>
                <a:cubicBezTo>
                  <a:pt x="3489354" y="1051909"/>
                  <a:pt x="3428841" y="1203176"/>
                  <a:pt x="3463236" y="1354217"/>
                </a:cubicBezTo>
                <a:cubicBezTo>
                  <a:pt x="3497631" y="1505258"/>
                  <a:pt x="3433295" y="1684307"/>
                  <a:pt x="3463236" y="1772793"/>
                </a:cubicBezTo>
                <a:cubicBezTo>
                  <a:pt x="3493177" y="1861279"/>
                  <a:pt x="3448431" y="2288240"/>
                  <a:pt x="3463236" y="2462213"/>
                </a:cubicBezTo>
                <a:cubicBezTo>
                  <a:pt x="3268869" y="2467289"/>
                  <a:pt x="3150585" y="2433440"/>
                  <a:pt x="2886030" y="2462213"/>
                </a:cubicBezTo>
                <a:cubicBezTo>
                  <a:pt x="2621475" y="2490986"/>
                  <a:pt x="2605223" y="2419655"/>
                  <a:pt x="2412721" y="2462213"/>
                </a:cubicBezTo>
                <a:cubicBezTo>
                  <a:pt x="2220219" y="2504771"/>
                  <a:pt x="2050983" y="2413155"/>
                  <a:pt x="1870147" y="2462213"/>
                </a:cubicBezTo>
                <a:cubicBezTo>
                  <a:pt x="1689311" y="2511271"/>
                  <a:pt x="1471339" y="2428369"/>
                  <a:pt x="1327574" y="2462213"/>
                </a:cubicBezTo>
                <a:cubicBezTo>
                  <a:pt x="1183809" y="2496057"/>
                  <a:pt x="885582" y="2460053"/>
                  <a:pt x="681103" y="2462213"/>
                </a:cubicBezTo>
                <a:cubicBezTo>
                  <a:pt x="476624" y="2464373"/>
                  <a:pt x="192516" y="2453357"/>
                  <a:pt x="0" y="2462213"/>
                </a:cubicBezTo>
                <a:cubicBezTo>
                  <a:pt x="-17088" y="2296891"/>
                  <a:pt x="7" y="2135489"/>
                  <a:pt x="0" y="1945148"/>
                </a:cubicBezTo>
                <a:cubicBezTo>
                  <a:pt x="-7" y="1754808"/>
                  <a:pt x="26452" y="1606264"/>
                  <a:pt x="0" y="1501950"/>
                </a:cubicBezTo>
                <a:cubicBezTo>
                  <a:pt x="-26452" y="1397636"/>
                  <a:pt x="19102" y="1126072"/>
                  <a:pt x="0" y="960263"/>
                </a:cubicBezTo>
                <a:cubicBezTo>
                  <a:pt x="-19102" y="794454"/>
                  <a:pt x="12135" y="663803"/>
                  <a:pt x="0" y="517065"/>
                </a:cubicBezTo>
                <a:cubicBezTo>
                  <a:pt x="-12135" y="370327"/>
                  <a:pt x="38565" y="162723"/>
                  <a:pt x="0" y="0"/>
                </a:cubicBezTo>
                <a:close/>
              </a:path>
            </a:pathLst>
          </a:custGeom>
          <a:solidFill>
            <a:schemeClr val="bg1"/>
          </a:solidFill>
          <a:ln>
            <a:solidFill>
              <a:schemeClr val="bg1">
                <a:lumMod val="50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“You are Brandy. You are 28 years old. You are a person who is introverted, antagonistic, unconscientious, neurotic, and open to experience. You live in the town of Dewberry Hollow. You have a job and go to the office for work everyday. You have a cough and a fever. You go to work to earn money to support yourself. You know about the Catasat virus spreading across the country. It is an airborne virus causing an infectious disease that spreads from human to human. The deadliness of the virus is unknown. You check the newspaper and find that  0.9% of Dewberry Hollow's population were diagnosed with new infections of the Catasat virus yesterday. Should you stay at home for the entire day? Please provide your reasoning.</a:t>
            </a:r>
          </a:p>
        </p:txBody>
      </p:sp>
      <p:cxnSp>
        <p:nvCxnSpPr>
          <p:cNvPr id="6" name="Straight Arrow Connector 5">
            <a:extLst>
              <a:ext uri="{FF2B5EF4-FFF2-40B4-BE49-F238E27FC236}">
                <a16:creationId xmlns:a16="http://schemas.microsoft.com/office/drawing/2014/main" id="{44F9E088-1D1F-4E98-7685-35D6831CC557}"/>
              </a:ext>
            </a:extLst>
          </p:cNvPr>
          <p:cNvCxnSpPr>
            <a:cxnSpLocks/>
          </p:cNvCxnSpPr>
          <p:nvPr/>
        </p:nvCxnSpPr>
        <p:spPr>
          <a:xfrm>
            <a:off x="4325613" y="2593710"/>
            <a:ext cx="0" cy="533956"/>
          </a:xfrm>
          <a:prstGeom prst="straightConnector1">
            <a:avLst/>
          </a:prstGeom>
          <a:ln w="38100">
            <a:solidFill>
              <a:srgbClr val="FFC000"/>
            </a:solidFill>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68C365A9-B496-6F6B-8C35-F276377BEBF9}"/>
              </a:ext>
            </a:extLst>
          </p:cNvPr>
          <p:cNvSpPr/>
          <p:nvPr/>
        </p:nvSpPr>
        <p:spPr>
          <a:xfrm>
            <a:off x="3357528" y="1570623"/>
            <a:ext cx="1935591" cy="1034540"/>
          </a:xfrm>
          <a:prstGeom prst="rect">
            <a:avLst/>
          </a:prstGeom>
          <a:solidFill>
            <a:schemeClr val="bg1"/>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Sampled from top 1,000 male and female names </a:t>
            </a:r>
          </a:p>
        </p:txBody>
      </p:sp>
      <p:sp>
        <p:nvSpPr>
          <p:cNvPr id="10" name="Rectangle 9">
            <a:extLst>
              <a:ext uri="{FF2B5EF4-FFF2-40B4-BE49-F238E27FC236}">
                <a16:creationId xmlns:a16="http://schemas.microsoft.com/office/drawing/2014/main" id="{BE14D4FC-4AB9-7353-3A15-6870CA9F8A9C}"/>
              </a:ext>
            </a:extLst>
          </p:cNvPr>
          <p:cNvSpPr/>
          <p:nvPr/>
        </p:nvSpPr>
        <p:spPr>
          <a:xfrm>
            <a:off x="5513943" y="1581243"/>
            <a:ext cx="1935591" cy="1034540"/>
          </a:xfrm>
          <a:prstGeom prst="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Sampled from 18-65 age distribution based on U.S. census</a:t>
            </a:r>
          </a:p>
        </p:txBody>
      </p:sp>
      <p:cxnSp>
        <p:nvCxnSpPr>
          <p:cNvPr id="19" name="Straight Arrow Connector 18">
            <a:extLst>
              <a:ext uri="{FF2B5EF4-FFF2-40B4-BE49-F238E27FC236}">
                <a16:creationId xmlns:a16="http://schemas.microsoft.com/office/drawing/2014/main" id="{D9BBE691-1A68-DCE1-A2B8-0E8E1BF3CA90}"/>
              </a:ext>
            </a:extLst>
          </p:cNvPr>
          <p:cNvCxnSpPr>
            <a:cxnSpLocks/>
            <a:stCxn id="26" idx="1"/>
            <a:endCxn id="33" idx="3"/>
          </p:cNvCxnSpPr>
          <p:nvPr/>
        </p:nvCxnSpPr>
        <p:spPr>
          <a:xfrm flipH="1" flipV="1">
            <a:off x="6454196" y="3390091"/>
            <a:ext cx="654132" cy="6546"/>
          </a:xfrm>
          <a:prstGeom prst="straightConnector1">
            <a:avLst/>
          </a:prstGeom>
          <a:ln w="38100">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01C4D3BE-5ACC-7D73-230D-62595EB405F5}"/>
              </a:ext>
            </a:extLst>
          </p:cNvPr>
          <p:cNvSpPr/>
          <p:nvPr/>
        </p:nvSpPr>
        <p:spPr>
          <a:xfrm>
            <a:off x="7108328" y="2879367"/>
            <a:ext cx="1935591" cy="1034540"/>
          </a:xfrm>
          <a:prstGeom prst="rect">
            <a:avLst/>
          </a:prstGeom>
          <a:solidFill>
            <a:schemeClr val="bg1"/>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Sampled from the Big Five Personality Model</a:t>
            </a:r>
          </a:p>
        </p:txBody>
      </p:sp>
      <p:sp>
        <p:nvSpPr>
          <p:cNvPr id="27" name="Rectangle 26">
            <a:extLst>
              <a:ext uri="{FF2B5EF4-FFF2-40B4-BE49-F238E27FC236}">
                <a16:creationId xmlns:a16="http://schemas.microsoft.com/office/drawing/2014/main" id="{9B57BF86-C82B-0589-D619-CAC315534F06}"/>
              </a:ext>
            </a:extLst>
          </p:cNvPr>
          <p:cNvSpPr/>
          <p:nvPr/>
        </p:nvSpPr>
        <p:spPr>
          <a:xfrm>
            <a:off x="1421937" y="3527864"/>
            <a:ext cx="1935591" cy="1034540"/>
          </a:xfrm>
          <a:prstGeom prst="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Health Information</a:t>
            </a:r>
          </a:p>
        </p:txBody>
      </p:sp>
      <p:cxnSp>
        <p:nvCxnSpPr>
          <p:cNvPr id="28" name="Straight Arrow Connector 27">
            <a:extLst>
              <a:ext uri="{FF2B5EF4-FFF2-40B4-BE49-F238E27FC236}">
                <a16:creationId xmlns:a16="http://schemas.microsoft.com/office/drawing/2014/main" id="{DB0A76A2-400E-583A-BCE6-6087BF0952B0}"/>
              </a:ext>
            </a:extLst>
          </p:cNvPr>
          <p:cNvCxnSpPr>
            <a:cxnSpLocks/>
            <a:stCxn id="27" idx="3"/>
          </p:cNvCxnSpPr>
          <p:nvPr/>
        </p:nvCxnSpPr>
        <p:spPr>
          <a:xfrm flipV="1">
            <a:off x="3357528" y="3958138"/>
            <a:ext cx="1109124" cy="86996"/>
          </a:xfrm>
          <a:prstGeom prst="straightConnector1">
            <a:avLst/>
          </a:prstGeom>
          <a:ln w="38100">
            <a:solidFill>
              <a:schemeClr val="accent2">
                <a:alpha val="52000"/>
              </a:schemeClr>
            </a:solidFill>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103E0B57-075E-28B3-5FF5-4BC14B91110A}"/>
              </a:ext>
            </a:extLst>
          </p:cNvPr>
          <p:cNvSpPr/>
          <p:nvPr/>
        </p:nvSpPr>
        <p:spPr>
          <a:xfrm>
            <a:off x="4104789" y="3127666"/>
            <a:ext cx="441071" cy="176189"/>
          </a:xfrm>
          <a:prstGeom prst="rect">
            <a:avLst/>
          </a:prstGeom>
          <a:solidFill>
            <a:srgbClr val="FFC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3D66AC7-5857-0AA5-36CE-D3048EF4B0A2}"/>
              </a:ext>
            </a:extLst>
          </p:cNvPr>
          <p:cNvSpPr/>
          <p:nvPr/>
        </p:nvSpPr>
        <p:spPr>
          <a:xfrm>
            <a:off x="5046734" y="3127665"/>
            <a:ext cx="157080" cy="176189"/>
          </a:xfrm>
          <a:prstGeom prst="rect">
            <a:avLst/>
          </a:prstGeom>
          <a:solidFill>
            <a:srgbClr val="92D05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3D8AAB7-33E5-CE1C-00FB-72E527E6AD2F}"/>
              </a:ext>
            </a:extLst>
          </p:cNvPr>
          <p:cNvSpPr/>
          <p:nvPr/>
        </p:nvSpPr>
        <p:spPr>
          <a:xfrm>
            <a:off x="3964341" y="3301996"/>
            <a:ext cx="2489855" cy="176189"/>
          </a:xfrm>
          <a:prstGeom prst="rect">
            <a:avLst/>
          </a:prstGeom>
          <a:solidFill>
            <a:srgbClr val="00B0F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63BD538-2FE4-FD6C-5533-B4249FE8E6A2}"/>
              </a:ext>
            </a:extLst>
          </p:cNvPr>
          <p:cNvSpPr/>
          <p:nvPr/>
        </p:nvSpPr>
        <p:spPr>
          <a:xfrm>
            <a:off x="4466652" y="3781949"/>
            <a:ext cx="1744480" cy="176189"/>
          </a:xfrm>
          <a:prstGeom prst="rect">
            <a:avLst/>
          </a:prstGeom>
          <a:solidFill>
            <a:schemeClr val="accent2">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C80E5AD-463D-619B-9C03-58A343E83E74}"/>
              </a:ext>
            </a:extLst>
          </p:cNvPr>
          <p:cNvSpPr/>
          <p:nvPr/>
        </p:nvSpPr>
        <p:spPr>
          <a:xfrm>
            <a:off x="7116944" y="4197971"/>
            <a:ext cx="1935591" cy="1034540"/>
          </a:xfrm>
          <a:prstGeom prst="rect">
            <a:avLst/>
          </a:prstGeom>
          <a:solidFill>
            <a:schemeClr val="bg1"/>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Environment Information</a:t>
            </a:r>
          </a:p>
        </p:txBody>
      </p:sp>
      <p:cxnSp>
        <p:nvCxnSpPr>
          <p:cNvPr id="40" name="Straight Arrow Connector 39">
            <a:extLst>
              <a:ext uri="{FF2B5EF4-FFF2-40B4-BE49-F238E27FC236}">
                <a16:creationId xmlns:a16="http://schemas.microsoft.com/office/drawing/2014/main" id="{3ED7F8A2-2453-9E81-B33C-1339BCE028F3}"/>
              </a:ext>
            </a:extLst>
          </p:cNvPr>
          <p:cNvCxnSpPr>
            <a:cxnSpLocks/>
            <a:stCxn id="39" idx="1"/>
            <a:endCxn id="42" idx="3"/>
          </p:cNvCxnSpPr>
          <p:nvPr/>
        </p:nvCxnSpPr>
        <p:spPr>
          <a:xfrm flipH="1">
            <a:off x="6789892" y="4715241"/>
            <a:ext cx="327052" cy="0"/>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42" name="Rectangle 41">
            <a:extLst>
              <a:ext uri="{FF2B5EF4-FFF2-40B4-BE49-F238E27FC236}">
                <a16:creationId xmlns:a16="http://schemas.microsoft.com/office/drawing/2014/main" id="{25E95C2C-541E-E7F3-67F1-7B5086E00E2E}"/>
              </a:ext>
            </a:extLst>
          </p:cNvPr>
          <p:cNvSpPr/>
          <p:nvPr/>
        </p:nvSpPr>
        <p:spPr>
          <a:xfrm>
            <a:off x="6422831" y="4627146"/>
            <a:ext cx="367061" cy="176189"/>
          </a:xfrm>
          <a:prstGeom prst="rect">
            <a:avLst/>
          </a:prstGeom>
          <a:solidFill>
            <a:srgbClr val="C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83C28BAB-5B4A-76C4-956C-5A7DDE123130}"/>
              </a:ext>
            </a:extLst>
          </p:cNvPr>
          <p:cNvSpPr/>
          <p:nvPr/>
        </p:nvSpPr>
        <p:spPr>
          <a:xfrm>
            <a:off x="3563625" y="3461124"/>
            <a:ext cx="1922775" cy="176189"/>
          </a:xfrm>
          <a:prstGeom prst="rect">
            <a:avLst/>
          </a:prstGeom>
          <a:solidFill>
            <a:srgbClr val="00B0F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F2049590-C63E-4E37-0DA2-D38B024A37DE}"/>
              </a:ext>
            </a:extLst>
          </p:cNvPr>
          <p:cNvCxnSpPr>
            <a:cxnSpLocks/>
            <a:stCxn id="10" idx="2"/>
          </p:cNvCxnSpPr>
          <p:nvPr/>
        </p:nvCxnSpPr>
        <p:spPr>
          <a:xfrm flipH="1">
            <a:off x="5203814" y="2615783"/>
            <a:ext cx="1277925" cy="516632"/>
          </a:xfrm>
          <a:prstGeom prst="straightConnector1">
            <a:avLst/>
          </a:prstGeom>
          <a:ln w="38100">
            <a:solidFill>
              <a:srgbClr val="92D05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81710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08E969-9286-35F4-FEC3-B3293188F8A1}"/>
              </a:ext>
            </a:extLst>
          </p:cNvPr>
          <p:cNvSpPr txBox="1"/>
          <p:nvPr/>
        </p:nvSpPr>
        <p:spPr>
          <a:xfrm>
            <a:off x="372408" y="349334"/>
            <a:ext cx="4569237" cy="3077766"/>
          </a:xfrm>
          <a:custGeom>
            <a:avLst/>
            <a:gdLst>
              <a:gd name="connsiteX0" fmla="*/ 0 w 4569237"/>
              <a:gd name="connsiteY0" fmla="*/ 0 h 3077766"/>
              <a:gd name="connsiteX1" fmla="*/ 662539 w 4569237"/>
              <a:gd name="connsiteY1" fmla="*/ 0 h 3077766"/>
              <a:gd name="connsiteX2" fmla="*/ 1325079 w 4569237"/>
              <a:gd name="connsiteY2" fmla="*/ 0 h 3077766"/>
              <a:gd name="connsiteX3" fmla="*/ 1804849 w 4569237"/>
              <a:gd name="connsiteY3" fmla="*/ 0 h 3077766"/>
              <a:gd name="connsiteX4" fmla="*/ 2238926 w 4569237"/>
              <a:gd name="connsiteY4" fmla="*/ 0 h 3077766"/>
              <a:gd name="connsiteX5" fmla="*/ 2673004 w 4569237"/>
              <a:gd name="connsiteY5" fmla="*/ 0 h 3077766"/>
              <a:gd name="connsiteX6" fmla="*/ 3107081 w 4569237"/>
              <a:gd name="connsiteY6" fmla="*/ 0 h 3077766"/>
              <a:gd name="connsiteX7" fmla="*/ 3678236 w 4569237"/>
              <a:gd name="connsiteY7" fmla="*/ 0 h 3077766"/>
              <a:gd name="connsiteX8" fmla="*/ 4569237 w 4569237"/>
              <a:gd name="connsiteY8" fmla="*/ 0 h 3077766"/>
              <a:gd name="connsiteX9" fmla="*/ 4569237 w 4569237"/>
              <a:gd name="connsiteY9" fmla="*/ 543739 h 3077766"/>
              <a:gd name="connsiteX10" fmla="*/ 4569237 w 4569237"/>
              <a:gd name="connsiteY10" fmla="*/ 1056700 h 3077766"/>
              <a:gd name="connsiteX11" fmla="*/ 4569237 w 4569237"/>
              <a:gd name="connsiteY11" fmla="*/ 1538883 h 3077766"/>
              <a:gd name="connsiteX12" fmla="*/ 4569237 w 4569237"/>
              <a:gd name="connsiteY12" fmla="*/ 1990289 h 3077766"/>
              <a:gd name="connsiteX13" fmla="*/ 4569237 w 4569237"/>
              <a:gd name="connsiteY13" fmla="*/ 2441694 h 3077766"/>
              <a:gd name="connsiteX14" fmla="*/ 4569237 w 4569237"/>
              <a:gd name="connsiteY14" fmla="*/ 3077766 h 3077766"/>
              <a:gd name="connsiteX15" fmla="*/ 4043775 w 4569237"/>
              <a:gd name="connsiteY15" fmla="*/ 3077766 h 3077766"/>
              <a:gd name="connsiteX16" fmla="*/ 3426928 w 4569237"/>
              <a:gd name="connsiteY16" fmla="*/ 3077766 h 3077766"/>
              <a:gd name="connsiteX17" fmla="*/ 2855773 w 4569237"/>
              <a:gd name="connsiteY17" fmla="*/ 3077766 h 3077766"/>
              <a:gd name="connsiteX18" fmla="*/ 2376003 w 4569237"/>
              <a:gd name="connsiteY18" fmla="*/ 3077766 h 3077766"/>
              <a:gd name="connsiteX19" fmla="*/ 1896233 w 4569237"/>
              <a:gd name="connsiteY19" fmla="*/ 3077766 h 3077766"/>
              <a:gd name="connsiteX20" fmla="*/ 1462156 w 4569237"/>
              <a:gd name="connsiteY20" fmla="*/ 3077766 h 3077766"/>
              <a:gd name="connsiteX21" fmla="*/ 936694 w 4569237"/>
              <a:gd name="connsiteY21" fmla="*/ 3077766 h 3077766"/>
              <a:gd name="connsiteX22" fmla="*/ 502616 w 4569237"/>
              <a:gd name="connsiteY22" fmla="*/ 3077766 h 3077766"/>
              <a:gd name="connsiteX23" fmla="*/ 0 w 4569237"/>
              <a:gd name="connsiteY23" fmla="*/ 3077766 h 3077766"/>
              <a:gd name="connsiteX24" fmla="*/ 0 w 4569237"/>
              <a:gd name="connsiteY24" fmla="*/ 2657138 h 3077766"/>
              <a:gd name="connsiteX25" fmla="*/ 0 w 4569237"/>
              <a:gd name="connsiteY25" fmla="*/ 2144177 h 3077766"/>
              <a:gd name="connsiteX26" fmla="*/ 0 w 4569237"/>
              <a:gd name="connsiteY26" fmla="*/ 1569661 h 3077766"/>
              <a:gd name="connsiteX27" fmla="*/ 0 w 4569237"/>
              <a:gd name="connsiteY27" fmla="*/ 1149033 h 3077766"/>
              <a:gd name="connsiteX28" fmla="*/ 0 w 4569237"/>
              <a:gd name="connsiteY28" fmla="*/ 666849 h 3077766"/>
              <a:gd name="connsiteX29" fmla="*/ 0 w 4569237"/>
              <a:gd name="connsiteY29" fmla="*/ 0 h 307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569237" h="3077766" fill="none" extrusionOk="0">
                <a:moveTo>
                  <a:pt x="0" y="0"/>
                </a:moveTo>
                <a:cubicBezTo>
                  <a:pt x="327179" y="-41266"/>
                  <a:pt x="438987" y="64652"/>
                  <a:pt x="662539" y="0"/>
                </a:cubicBezTo>
                <a:cubicBezTo>
                  <a:pt x="886091" y="-64652"/>
                  <a:pt x="1160425" y="68880"/>
                  <a:pt x="1325079" y="0"/>
                </a:cubicBezTo>
                <a:cubicBezTo>
                  <a:pt x="1489733" y="-68880"/>
                  <a:pt x="1695271" y="2225"/>
                  <a:pt x="1804849" y="0"/>
                </a:cubicBezTo>
                <a:cubicBezTo>
                  <a:pt x="1914427" y="-2225"/>
                  <a:pt x="2129770" y="11164"/>
                  <a:pt x="2238926" y="0"/>
                </a:cubicBezTo>
                <a:cubicBezTo>
                  <a:pt x="2348082" y="-11164"/>
                  <a:pt x="2486514" y="24932"/>
                  <a:pt x="2673004" y="0"/>
                </a:cubicBezTo>
                <a:cubicBezTo>
                  <a:pt x="2859494" y="-24932"/>
                  <a:pt x="2989567" y="50226"/>
                  <a:pt x="3107081" y="0"/>
                </a:cubicBezTo>
                <a:cubicBezTo>
                  <a:pt x="3224595" y="-50226"/>
                  <a:pt x="3557140" y="55761"/>
                  <a:pt x="3678236" y="0"/>
                </a:cubicBezTo>
                <a:cubicBezTo>
                  <a:pt x="3799333" y="-55761"/>
                  <a:pt x="4163612" y="748"/>
                  <a:pt x="4569237" y="0"/>
                </a:cubicBezTo>
                <a:cubicBezTo>
                  <a:pt x="4570168" y="213175"/>
                  <a:pt x="4534493" y="295519"/>
                  <a:pt x="4569237" y="543739"/>
                </a:cubicBezTo>
                <a:cubicBezTo>
                  <a:pt x="4603981" y="791959"/>
                  <a:pt x="4547422" y="830817"/>
                  <a:pt x="4569237" y="1056700"/>
                </a:cubicBezTo>
                <a:cubicBezTo>
                  <a:pt x="4591052" y="1282583"/>
                  <a:pt x="4556628" y="1431566"/>
                  <a:pt x="4569237" y="1538883"/>
                </a:cubicBezTo>
                <a:cubicBezTo>
                  <a:pt x="4581846" y="1646200"/>
                  <a:pt x="4521895" y="1822154"/>
                  <a:pt x="4569237" y="1990289"/>
                </a:cubicBezTo>
                <a:cubicBezTo>
                  <a:pt x="4616579" y="2158424"/>
                  <a:pt x="4550199" y="2336688"/>
                  <a:pt x="4569237" y="2441694"/>
                </a:cubicBezTo>
                <a:cubicBezTo>
                  <a:pt x="4588275" y="2546700"/>
                  <a:pt x="4511606" y="2766465"/>
                  <a:pt x="4569237" y="3077766"/>
                </a:cubicBezTo>
                <a:cubicBezTo>
                  <a:pt x="4458484" y="3089923"/>
                  <a:pt x="4183180" y="3028704"/>
                  <a:pt x="4043775" y="3077766"/>
                </a:cubicBezTo>
                <a:cubicBezTo>
                  <a:pt x="3904370" y="3126828"/>
                  <a:pt x="3723831" y="3029911"/>
                  <a:pt x="3426928" y="3077766"/>
                </a:cubicBezTo>
                <a:cubicBezTo>
                  <a:pt x="3130025" y="3125621"/>
                  <a:pt x="3012490" y="3073119"/>
                  <a:pt x="2855773" y="3077766"/>
                </a:cubicBezTo>
                <a:cubicBezTo>
                  <a:pt x="2699056" y="3082413"/>
                  <a:pt x="2515610" y="3050228"/>
                  <a:pt x="2376003" y="3077766"/>
                </a:cubicBezTo>
                <a:cubicBezTo>
                  <a:pt x="2236396" y="3105304"/>
                  <a:pt x="2098226" y="3026335"/>
                  <a:pt x="1896233" y="3077766"/>
                </a:cubicBezTo>
                <a:cubicBezTo>
                  <a:pt x="1694240" y="3129197"/>
                  <a:pt x="1563468" y="3029018"/>
                  <a:pt x="1462156" y="3077766"/>
                </a:cubicBezTo>
                <a:cubicBezTo>
                  <a:pt x="1360844" y="3126514"/>
                  <a:pt x="1150259" y="3019509"/>
                  <a:pt x="936694" y="3077766"/>
                </a:cubicBezTo>
                <a:cubicBezTo>
                  <a:pt x="723129" y="3136023"/>
                  <a:pt x="614206" y="3044635"/>
                  <a:pt x="502616" y="3077766"/>
                </a:cubicBezTo>
                <a:cubicBezTo>
                  <a:pt x="391026" y="3110897"/>
                  <a:pt x="170123" y="3049231"/>
                  <a:pt x="0" y="3077766"/>
                </a:cubicBezTo>
                <a:cubicBezTo>
                  <a:pt x="-10342" y="2920461"/>
                  <a:pt x="10665" y="2771237"/>
                  <a:pt x="0" y="2657138"/>
                </a:cubicBezTo>
                <a:cubicBezTo>
                  <a:pt x="-10665" y="2543039"/>
                  <a:pt x="55524" y="2282655"/>
                  <a:pt x="0" y="2144177"/>
                </a:cubicBezTo>
                <a:cubicBezTo>
                  <a:pt x="-55524" y="2005699"/>
                  <a:pt x="3204" y="1849573"/>
                  <a:pt x="0" y="1569661"/>
                </a:cubicBezTo>
                <a:cubicBezTo>
                  <a:pt x="-3204" y="1289749"/>
                  <a:pt x="43543" y="1305343"/>
                  <a:pt x="0" y="1149033"/>
                </a:cubicBezTo>
                <a:cubicBezTo>
                  <a:pt x="-43543" y="992723"/>
                  <a:pt x="34885" y="860880"/>
                  <a:pt x="0" y="666849"/>
                </a:cubicBezTo>
                <a:cubicBezTo>
                  <a:pt x="-34885" y="472818"/>
                  <a:pt x="38024" y="325189"/>
                  <a:pt x="0" y="0"/>
                </a:cubicBezTo>
                <a:close/>
              </a:path>
              <a:path w="4569237" h="3077766" stroke="0" extrusionOk="0">
                <a:moveTo>
                  <a:pt x="0" y="0"/>
                </a:moveTo>
                <a:cubicBezTo>
                  <a:pt x="127498" y="-10962"/>
                  <a:pt x="295152" y="13422"/>
                  <a:pt x="479770" y="0"/>
                </a:cubicBezTo>
                <a:cubicBezTo>
                  <a:pt x="664388" y="-13422"/>
                  <a:pt x="953560" y="31236"/>
                  <a:pt x="1096617" y="0"/>
                </a:cubicBezTo>
                <a:cubicBezTo>
                  <a:pt x="1239674" y="-31236"/>
                  <a:pt x="1488992" y="47523"/>
                  <a:pt x="1667772" y="0"/>
                </a:cubicBezTo>
                <a:cubicBezTo>
                  <a:pt x="1846552" y="-47523"/>
                  <a:pt x="2017085" y="44702"/>
                  <a:pt x="2330311" y="0"/>
                </a:cubicBezTo>
                <a:cubicBezTo>
                  <a:pt x="2643537" y="-44702"/>
                  <a:pt x="2775670" y="18890"/>
                  <a:pt x="2947158" y="0"/>
                </a:cubicBezTo>
                <a:cubicBezTo>
                  <a:pt x="3118646" y="-18890"/>
                  <a:pt x="3411398" y="55389"/>
                  <a:pt x="3609697" y="0"/>
                </a:cubicBezTo>
                <a:cubicBezTo>
                  <a:pt x="3807996" y="-55389"/>
                  <a:pt x="4212325" y="79192"/>
                  <a:pt x="4569237" y="0"/>
                </a:cubicBezTo>
                <a:cubicBezTo>
                  <a:pt x="4602096" y="147543"/>
                  <a:pt x="4550645" y="291738"/>
                  <a:pt x="4569237" y="420628"/>
                </a:cubicBezTo>
                <a:cubicBezTo>
                  <a:pt x="4587829" y="549518"/>
                  <a:pt x="4558411" y="783975"/>
                  <a:pt x="4569237" y="902811"/>
                </a:cubicBezTo>
                <a:cubicBezTo>
                  <a:pt x="4580063" y="1021647"/>
                  <a:pt x="4534790" y="1121888"/>
                  <a:pt x="4569237" y="1323439"/>
                </a:cubicBezTo>
                <a:cubicBezTo>
                  <a:pt x="4603684" y="1524990"/>
                  <a:pt x="4544841" y="1614079"/>
                  <a:pt x="4569237" y="1836400"/>
                </a:cubicBezTo>
                <a:cubicBezTo>
                  <a:pt x="4593633" y="2058721"/>
                  <a:pt x="4562736" y="2211289"/>
                  <a:pt x="4569237" y="2349361"/>
                </a:cubicBezTo>
                <a:cubicBezTo>
                  <a:pt x="4575738" y="2487433"/>
                  <a:pt x="4528661" y="2856932"/>
                  <a:pt x="4569237" y="3077766"/>
                </a:cubicBezTo>
                <a:cubicBezTo>
                  <a:pt x="4398421" y="3078240"/>
                  <a:pt x="4278388" y="3066089"/>
                  <a:pt x="4089467" y="3077766"/>
                </a:cubicBezTo>
                <a:cubicBezTo>
                  <a:pt x="3900546" y="3089443"/>
                  <a:pt x="3785770" y="3053739"/>
                  <a:pt x="3564005" y="3077766"/>
                </a:cubicBezTo>
                <a:cubicBezTo>
                  <a:pt x="3342240" y="3101793"/>
                  <a:pt x="3218355" y="3044330"/>
                  <a:pt x="2901465" y="3077766"/>
                </a:cubicBezTo>
                <a:cubicBezTo>
                  <a:pt x="2584575" y="3111202"/>
                  <a:pt x="2590003" y="3046692"/>
                  <a:pt x="2376003" y="3077766"/>
                </a:cubicBezTo>
                <a:cubicBezTo>
                  <a:pt x="2162003" y="3108840"/>
                  <a:pt x="1982825" y="3019853"/>
                  <a:pt x="1759156" y="3077766"/>
                </a:cubicBezTo>
                <a:cubicBezTo>
                  <a:pt x="1535487" y="3135679"/>
                  <a:pt x="1414281" y="3055263"/>
                  <a:pt x="1279386" y="3077766"/>
                </a:cubicBezTo>
                <a:cubicBezTo>
                  <a:pt x="1144491" y="3100269"/>
                  <a:pt x="969911" y="3016836"/>
                  <a:pt x="753924" y="3077766"/>
                </a:cubicBezTo>
                <a:cubicBezTo>
                  <a:pt x="537937" y="3138696"/>
                  <a:pt x="272978" y="3029962"/>
                  <a:pt x="0" y="3077766"/>
                </a:cubicBezTo>
                <a:cubicBezTo>
                  <a:pt x="-25242" y="2921291"/>
                  <a:pt x="40380" y="2672392"/>
                  <a:pt x="0" y="2503250"/>
                </a:cubicBezTo>
                <a:cubicBezTo>
                  <a:pt x="-40380" y="2334108"/>
                  <a:pt x="12680" y="2093509"/>
                  <a:pt x="0" y="1990289"/>
                </a:cubicBezTo>
                <a:cubicBezTo>
                  <a:pt x="-12680" y="1887069"/>
                  <a:pt x="3936" y="1556152"/>
                  <a:pt x="0" y="1446550"/>
                </a:cubicBezTo>
                <a:cubicBezTo>
                  <a:pt x="-3936" y="1336948"/>
                  <a:pt x="31442" y="1152598"/>
                  <a:pt x="0" y="1025922"/>
                </a:cubicBezTo>
                <a:cubicBezTo>
                  <a:pt x="-31442" y="899246"/>
                  <a:pt x="39310" y="630134"/>
                  <a:pt x="0" y="512961"/>
                </a:cubicBezTo>
                <a:cubicBezTo>
                  <a:pt x="-39310" y="395788"/>
                  <a:pt x="25280" y="188306"/>
                  <a:pt x="0" y="0"/>
                </a:cubicBezTo>
                <a:close/>
              </a:path>
            </a:pathLst>
          </a:custGeom>
          <a:solidFill>
            <a:schemeClr val="bg1">
              <a:lumMod val="95000"/>
            </a:schemeClr>
          </a:solidFill>
          <a:ln>
            <a:solidFill>
              <a:schemeClr val="accent4">
                <a:lumMod val="75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dirty="0"/>
              <a:t>Brandy’s 22</a:t>
            </a:r>
            <a:r>
              <a:rPr lang="en-US" sz="1400" b="1" baseline="30000" dirty="0"/>
              <a:t>nd</a:t>
            </a:r>
            <a:r>
              <a:rPr lang="en-US" sz="1400" b="1" dirty="0"/>
              <a:t> time prompt</a:t>
            </a:r>
          </a:p>
          <a:p>
            <a:r>
              <a:rPr lang="en-US" sz="1200" dirty="0"/>
              <a:t>You are Brandy. You are 29 years old. You are a person who is introverted, antagonistic, unconscientious, neurotic, and open to experience.</a:t>
            </a:r>
          </a:p>
          <a:p>
            <a:r>
              <a:rPr lang="en-US" sz="1200" dirty="0"/>
              <a:t>You live in the town of Dewberry Hollow. You have a job and go to the office for work everyday.</a:t>
            </a:r>
          </a:p>
          <a:p>
            <a:r>
              <a:rPr lang="en-US" sz="1200" dirty="0"/>
              <a:t>You has a fever and a cough.</a:t>
            </a:r>
          </a:p>
          <a:p>
            <a:r>
              <a:rPr lang="en-US" sz="1200" dirty="0"/>
              <a:t>You go to work to earn money to support yourself.</a:t>
            </a:r>
          </a:p>
          <a:p>
            <a:r>
              <a:rPr lang="en-US" sz="1200" dirty="0"/>
              <a:t>You know about the </a:t>
            </a:r>
            <a:r>
              <a:rPr lang="en-US" sz="1200" dirty="0" err="1"/>
              <a:t>Catasat</a:t>
            </a:r>
            <a:r>
              <a:rPr lang="en-US" sz="1200" dirty="0"/>
              <a:t> virus spreading across the country. It is an airborne virus causing an infectious disease that spreads from human to human. The deadliness of the virus is unknown. </a:t>
            </a:r>
          </a:p>
          <a:p>
            <a:r>
              <a:rPr lang="en-US" sz="1200" dirty="0"/>
              <a:t>You check the newspaper and finds 0.9% of Dewberry Hollow's population were diagnosed with  new infections of the </a:t>
            </a:r>
            <a:r>
              <a:rPr lang="en-US" sz="1200" dirty="0" err="1"/>
              <a:t>Catasat</a:t>
            </a:r>
            <a:r>
              <a:rPr lang="en-US" sz="1200" dirty="0"/>
              <a:t> virus yesterday.</a:t>
            </a:r>
          </a:p>
          <a:p>
            <a:r>
              <a:rPr lang="en-US" sz="1200" dirty="0"/>
              <a:t>Should you stay at home for the entire day? Please provide your reasoning.</a:t>
            </a:r>
          </a:p>
        </p:txBody>
      </p:sp>
      <p:pic>
        <p:nvPicPr>
          <p:cNvPr id="1026" name="Picture 2">
            <a:extLst>
              <a:ext uri="{FF2B5EF4-FFF2-40B4-BE49-F238E27FC236}">
                <a16:creationId xmlns:a16="http://schemas.microsoft.com/office/drawing/2014/main" id="{96A897B8-5125-4D9B-BB36-9B831A9C6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121" y="3515993"/>
            <a:ext cx="4593983" cy="3197600"/>
          </a:xfrm>
          <a:prstGeom prst="rect">
            <a:avLst/>
          </a:prstGeom>
          <a:noFill/>
          <a:extLst>
            <a:ext uri="{909E8E84-426E-40DD-AFC4-6F175D3DCCD1}">
              <a14:hiddenFill xmlns:a14="http://schemas.microsoft.com/office/drawing/2010/main">
                <a:solidFill>
                  <a:srgbClr val="FFFFFF"/>
                </a:solidFill>
              </a14:hiddenFill>
            </a:ext>
          </a:extLst>
        </p:spPr>
      </p:pic>
      <p:grpSp>
        <p:nvGrpSpPr>
          <p:cNvPr id="70" name="Group 69">
            <a:extLst>
              <a:ext uri="{FF2B5EF4-FFF2-40B4-BE49-F238E27FC236}">
                <a16:creationId xmlns:a16="http://schemas.microsoft.com/office/drawing/2014/main" id="{26F40903-2FFD-C876-85A8-2BBC8713472B}"/>
              </a:ext>
            </a:extLst>
          </p:cNvPr>
          <p:cNvGrpSpPr/>
          <p:nvPr/>
        </p:nvGrpSpPr>
        <p:grpSpPr>
          <a:xfrm>
            <a:off x="5118972" y="68270"/>
            <a:ext cx="6447404" cy="6769338"/>
            <a:chOff x="2155515" y="232710"/>
            <a:chExt cx="6447404" cy="6721460"/>
          </a:xfrm>
        </p:grpSpPr>
        <p:graphicFrame>
          <p:nvGraphicFramePr>
            <p:cNvPr id="9" name="Chart 8">
              <a:extLst>
                <a:ext uri="{FF2B5EF4-FFF2-40B4-BE49-F238E27FC236}">
                  <a16:creationId xmlns:a16="http://schemas.microsoft.com/office/drawing/2014/main" id="{B4BBDF09-C286-3D5F-5EC4-BAE00EBE7562}"/>
                </a:ext>
              </a:extLst>
            </p:cNvPr>
            <p:cNvGraphicFramePr>
              <a:graphicFrameLocks/>
            </p:cNvGraphicFramePr>
            <p:nvPr>
              <p:extLst>
                <p:ext uri="{D42A27DB-BD31-4B8C-83A1-F6EECF244321}">
                  <p14:modId xmlns:p14="http://schemas.microsoft.com/office/powerpoint/2010/main" val="4110571959"/>
                </p:ext>
              </p:extLst>
            </p:nvPr>
          </p:nvGraphicFramePr>
          <p:xfrm>
            <a:off x="3553837" y="4627123"/>
            <a:ext cx="3934339" cy="223087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77CE53FE-101E-882C-3FE1-1CE664044E65}"/>
                </a:ext>
              </a:extLst>
            </p:cNvPr>
            <p:cNvGraphicFramePr>
              <a:graphicFrameLocks/>
            </p:cNvGraphicFramePr>
            <p:nvPr>
              <p:extLst>
                <p:ext uri="{D42A27DB-BD31-4B8C-83A1-F6EECF244321}">
                  <p14:modId xmlns:p14="http://schemas.microsoft.com/office/powerpoint/2010/main" val="4251013154"/>
                </p:ext>
              </p:extLst>
            </p:nvPr>
          </p:nvGraphicFramePr>
          <p:xfrm>
            <a:off x="3553838" y="2535675"/>
            <a:ext cx="3934339" cy="2230877"/>
          </p:xfrm>
          <a:graphic>
            <a:graphicData uri="http://schemas.openxmlformats.org/drawingml/2006/chart">
              <c:chart xmlns:c="http://schemas.openxmlformats.org/drawingml/2006/chart" xmlns:r="http://schemas.openxmlformats.org/officeDocument/2006/relationships" r:id="rId5"/>
            </a:graphicData>
          </a:graphic>
        </p:graphicFrame>
        <p:sp>
          <p:nvSpPr>
            <p:cNvPr id="17" name="TextBox 16">
              <a:extLst>
                <a:ext uri="{FF2B5EF4-FFF2-40B4-BE49-F238E27FC236}">
                  <a16:creationId xmlns:a16="http://schemas.microsoft.com/office/drawing/2014/main" id="{8050403C-0C6C-606B-E22D-51123369846B}"/>
                </a:ext>
              </a:extLst>
            </p:cNvPr>
            <p:cNvSpPr txBox="1"/>
            <p:nvPr/>
          </p:nvSpPr>
          <p:spPr>
            <a:xfrm>
              <a:off x="2321667" y="2471451"/>
              <a:ext cx="1231853" cy="338554"/>
            </a:xfrm>
            <a:prstGeom prst="rect">
              <a:avLst/>
            </a:prstGeom>
            <a:noFill/>
          </p:spPr>
          <p:txBody>
            <a:bodyPr wrap="square" rtlCol="0">
              <a:spAutoFit/>
            </a:bodyPr>
            <a:lstStyle/>
            <a:p>
              <a:pPr algn="ctr"/>
              <a:r>
                <a:rPr lang="en-US" sz="1600" b="1" dirty="0">
                  <a:latin typeface="Comic Sans MS" panose="030F0702030302020204" pitchFamily="66" charset="0"/>
                </a:rPr>
                <a:t>Alexander</a:t>
              </a:r>
            </a:p>
          </p:txBody>
        </p:sp>
        <p:sp>
          <p:nvSpPr>
            <p:cNvPr id="19" name="TextBox 18">
              <a:extLst>
                <a:ext uri="{FF2B5EF4-FFF2-40B4-BE49-F238E27FC236}">
                  <a16:creationId xmlns:a16="http://schemas.microsoft.com/office/drawing/2014/main" id="{F6C3F782-9082-44D3-E3F5-2B4E982FEA79}"/>
                </a:ext>
              </a:extLst>
            </p:cNvPr>
            <p:cNvSpPr txBox="1"/>
            <p:nvPr/>
          </p:nvSpPr>
          <p:spPr>
            <a:xfrm>
              <a:off x="2155515" y="3588133"/>
              <a:ext cx="1559935" cy="1061829"/>
            </a:xfrm>
            <a:prstGeom prst="rect">
              <a:avLst/>
            </a:prstGeom>
            <a:noFill/>
          </p:spPr>
          <p:txBody>
            <a:bodyPr wrap="square" rtlCol="0">
              <a:spAutoFit/>
            </a:bodyPr>
            <a:lstStyle/>
            <a:p>
              <a:r>
                <a:rPr lang="en-US" sz="1050" b="1" dirty="0">
                  <a:latin typeface="Comic Sans MS" panose="030F0702030302020204" pitchFamily="66" charset="0"/>
                </a:rPr>
                <a:t>Age: 49</a:t>
              </a:r>
              <a:endParaRPr lang="en-US" sz="1050" dirty="0">
                <a:latin typeface="Comic Sans MS" panose="030F0702030302020204" pitchFamily="66" charset="0"/>
              </a:endParaRPr>
            </a:p>
            <a:p>
              <a:r>
                <a:rPr lang="en-US" sz="1050" b="1" dirty="0">
                  <a:latin typeface="Comic Sans MS" panose="030F0702030302020204" pitchFamily="66" charset="0"/>
                </a:rPr>
                <a:t>Traits: </a:t>
              </a:r>
              <a:r>
                <a:rPr lang="en-US" sz="1050" dirty="0">
                  <a:latin typeface="Comic Sans MS" panose="030F0702030302020204" pitchFamily="66" charset="0"/>
                </a:rPr>
                <a:t>Introverted, Agreeable, Unconscientious, Emotional, Open to Experience</a:t>
              </a:r>
            </a:p>
          </p:txBody>
        </p:sp>
        <p:pic>
          <p:nvPicPr>
            <p:cNvPr id="35" name="Graphic 34" descr="Brain in head">
              <a:extLst>
                <a:ext uri="{FF2B5EF4-FFF2-40B4-BE49-F238E27FC236}">
                  <a16:creationId xmlns:a16="http://schemas.microsoft.com/office/drawing/2014/main" id="{0888EF4A-2722-D0C0-9D45-3BB8E93BB4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7685" y="2752088"/>
              <a:ext cx="914400" cy="914400"/>
            </a:xfrm>
            <a:prstGeom prst="rect">
              <a:avLst/>
            </a:prstGeom>
          </p:spPr>
        </p:pic>
        <p:sp>
          <p:nvSpPr>
            <p:cNvPr id="36" name="TextBox 35">
              <a:extLst>
                <a:ext uri="{FF2B5EF4-FFF2-40B4-BE49-F238E27FC236}">
                  <a16:creationId xmlns:a16="http://schemas.microsoft.com/office/drawing/2014/main" id="{1BAECA99-FBCA-B841-00DD-D4E42EE9E5F9}"/>
                </a:ext>
              </a:extLst>
            </p:cNvPr>
            <p:cNvSpPr txBox="1"/>
            <p:nvPr/>
          </p:nvSpPr>
          <p:spPr>
            <a:xfrm>
              <a:off x="2316251" y="232710"/>
              <a:ext cx="982440" cy="338554"/>
            </a:xfrm>
            <a:prstGeom prst="rect">
              <a:avLst/>
            </a:prstGeom>
            <a:noFill/>
          </p:spPr>
          <p:txBody>
            <a:bodyPr wrap="square" rtlCol="0">
              <a:spAutoFit/>
            </a:bodyPr>
            <a:lstStyle/>
            <a:p>
              <a:pPr algn="ctr"/>
              <a:r>
                <a:rPr lang="en-US" sz="1600" b="1" dirty="0">
                  <a:latin typeface="Comic Sans MS" panose="030F0702030302020204" pitchFamily="66" charset="0"/>
                </a:rPr>
                <a:t>Brandy</a:t>
              </a:r>
            </a:p>
          </p:txBody>
        </p:sp>
        <p:sp>
          <p:nvSpPr>
            <p:cNvPr id="37" name="TextBox 36">
              <a:extLst>
                <a:ext uri="{FF2B5EF4-FFF2-40B4-BE49-F238E27FC236}">
                  <a16:creationId xmlns:a16="http://schemas.microsoft.com/office/drawing/2014/main" id="{74877810-2DB0-876A-EB9F-C4EBDD7BEE44}"/>
                </a:ext>
              </a:extLst>
            </p:cNvPr>
            <p:cNvSpPr txBox="1"/>
            <p:nvPr/>
          </p:nvSpPr>
          <p:spPr>
            <a:xfrm>
              <a:off x="2155515" y="1349392"/>
              <a:ext cx="1559935" cy="1061829"/>
            </a:xfrm>
            <a:prstGeom prst="rect">
              <a:avLst/>
            </a:prstGeom>
            <a:noFill/>
          </p:spPr>
          <p:txBody>
            <a:bodyPr wrap="square" rtlCol="0">
              <a:spAutoFit/>
            </a:bodyPr>
            <a:lstStyle/>
            <a:p>
              <a:r>
                <a:rPr lang="en-US" sz="1050" b="1" dirty="0">
                  <a:latin typeface="Comic Sans MS" panose="030F0702030302020204" pitchFamily="66" charset="0"/>
                </a:rPr>
                <a:t>Age: 28</a:t>
              </a:r>
              <a:endParaRPr lang="en-US" sz="1050" dirty="0">
                <a:latin typeface="Comic Sans MS" panose="030F0702030302020204" pitchFamily="66" charset="0"/>
              </a:endParaRPr>
            </a:p>
            <a:p>
              <a:r>
                <a:rPr lang="en-US" sz="1050" b="1" dirty="0">
                  <a:latin typeface="Comic Sans MS" panose="030F0702030302020204" pitchFamily="66" charset="0"/>
                </a:rPr>
                <a:t>Traits: </a:t>
              </a:r>
              <a:r>
                <a:rPr lang="en-US" sz="1050" dirty="0">
                  <a:latin typeface="Comic Sans MS" panose="030F0702030302020204" pitchFamily="66" charset="0"/>
                </a:rPr>
                <a:t>Introverted, Antagonistic, Unconscientious, Neurotic, Open to Experience</a:t>
              </a:r>
            </a:p>
          </p:txBody>
        </p:sp>
        <p:pic>
          <p:nvPicPr>
            <p:cNvPr id="38" name="Graphic 37" descr="Brain in head">
              <a:extLst>
                <a:ext uri="{FF2B5EF4-FFF2-40B4-BE49-F238E27FC236}">
                  <a16:creationId xmlns:a16="http://schemas.microsoft.com/office/drawing/2014/main" id="{0C6D7FAA-4987-F88F-6DC3-A1EE2C02D6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7685" y="513347"/>
              <a:ext cx="914400" cy="914400"/>
            </a:xfrm>
            <a:prstGeom prst="rect">
              <a:avLst/>
            </a:prstGeom>
          </p:spPr>
        </p:pic>
        <p:sp>
          <p:nvSpPr>
            <p:cNvPr id="42" name="TextBox 41">
              <a:extLst>
                <a:ext uri="{FF2B5EF4-FFF2-40B4-BE49-F238E27FC236}">
                  <a16:creationId xmlns:a16="http://schemas.microsoft.com/office/drawing/2014/main" id="{C137D5D7-3E76-C389-B325-6F171D3FEE73}"/>
                </a:ext>
              </a:extLst>
            </p:cNvPr>
            <p:cNvSpPr txBox="1"/>
            <p:nvPr/>
          </p:nvSpPr>
          <p:spPr>
            <a:xfrm>
              <a:off x="2155515" y="4775659"/>
              <a:ext cx="1450204" cy="338554"/>
            </a:xfrm>
            <a:prstGeom prst="rect">
              <a:avLst/>
            </a:prstGeom>
            <a:noFill/>
          </p:spPr>
          <p:txBody>
            <a:bodyPr wrap="square" rtlCol="0">
              <a:spAutoFit/>
            </a:bodyPr>
            <a:lstStyle/>
            <a:p>
              <a:pPr algn="ctr"/>
              <a:r>
                <a:rPr lang="en-US" sz="1600" b="1" dirty="0">
                  <a:latin typeface="Comic Sans MS" panose="030F0702030302020204" pitchFamily="66" charset="0"/>
                </a:rPr>
                <a:t>Guadalupe</a:t>
              </a:r>
            </a:p>
          </p:txBody>
        </p:sp>
        <p:sp>
          <p:nvSpPr>
            <p:cNvPr id="43" name="TextBox 42">
              <a:extLst>
                <a:ext uri="{FF2B5EF4-FFF2-40B4-BE49-F238E27FC236}">
                  <a16:creationId xmlns:a16="http://schemas.microsoft.com/office/drawing/2014/main" id="{D9D39B3C-B3AE-3A4F-3B1E-2752E8B2C588}"/>
                </a:ext>
              </a:extLst>
            </p:cNvPr>
            <p:cNvSpPr txBox="1"/>
            <p:nvPr/>
          </p:nvSpPr>
          <p:spPr>
            <a:xfrm>
              <a:off x="2155515" y="5892341"/>
              <a:ext cx="1559935" cy="1061829"/>
            </a:xfrm>
            <a:prstGeom prst="rect">
              <a:avLst/>
            </a:prstGeom>
            <a:noFill/>
          </p:spPr>
          <p:txBody>
            <a:bodyPr wrap="square" rtlCol="0">
              <a:spAutoFit/>
            </a:bodyPr>
            <a:lstStyle/>
            <a:p>
              <a:r>
                <a:rPr lang="en-US" sz="1050" b="1" dirty="0">
                  <a:latin typeface="Comic Sans MS" panose="030F0702030302020204" pitchFamily="66" charset="0"/>
                </a:rPr>
                <a:t>Age: </a:t>
              </a:r>
              <a:r>
                <a:rPr lang="en-US" sz="1050" dirty="0">
                  <a:latin typeface="Comic Sans MS" panose="030F0702030302020204" pitchFamily="66" charset="0"/>
                </a:rPr>
                <a:t>55</a:t>
              </a:r>
            </a:p>
            <a:p>
              <a:r>
                <a:rPr lang="en-US" sz="1050" b="1" dirty="0">
                  <a:latin typeface="Comic Sans MS" panose="030F0702030302020204" pitchFamily="66" charset="0"/>
                </a:rPr>
                <a:t>Traits: </a:t>
              </a:r>
              <a:r>
                <a:rPr lang="en-US" sz="1050" dirty="0">
                  <a:latin typeface="Comic Sans MS" panose="030F0702030302020204" pitchFamily="66" charset="0"/>
                </a:rPr>
                <a:t>Extroverted, Agreeable, Conscientious, Neurotic, Closed to Experience</a:t>
              </a:r>
            </a:p>
          </p:txBody>
        </p:sp>
        <p:pic>
          <p:nvPicPr>
            <p:cNvPr id="44" name="Graphic 43" descr="Brain in head">
              <a:extLst>
                <a:ext uri="{FF2B5EF4-FFF2-40B4-BE49-F238E27FC236}">
                  <a16:creationId xmlns:a16="http://schemas.microsoft.com/office/drawing/2014/main" id="{320D9946-A67F-E862-4E6B-92DE0DE81E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77685" y="5056296"/>
              <a:ext cx="914400" cy="914400"/>
            </a:xfrm>
            <a:prstGeom prst="rect">
              <a:avLst/>
            </a:prstGeom>
          </p:spPr>
        </p:pic>
        <p:sp>
          <p:nvSpPr>
            <p:cNvPr id="51" name="TextBox 50">
              <a:extLst>
                <a:ext uri="{FF2B5EF4-FFF2-40B4-BE49-F238E27FC236}">
                  <a16:creationId xmlns:a16="http://schemas.microsoft.com/office/drawing/2014/main" id="{BFCE4D48-B738-4201-E2E8-00E4DF04D8C3}"/>
                </a:ext>
              </a:extLst>
            </p:cNvPr>
            <p:cNvSpPr txBox="1"/>
            <p:nvPr/>
          </p:nvSpPr>
          <p:spPr>
            <a:xfrm>
              <a:off x="5326587" y="5103009"/>
              <a:ext cx="3276331" cy="1107996"/>
            </a:xfrm>
            <a:custGeom>
              <a:avLst/>
              <a:gdLst>
                <a:gd name="connsiteX0" fmla="*/ 0 w 3276331"/>
                <a:gd name="connsiteY0" fmla="*/ 0 h 1107996"/>
                <a:gd name="connsiteX1" fmla="*/ 611582 w 3276331"/>
                <a:gd name="connsiteY1" fmla="*/ 0 h 1107996"/>
                <a:gd name="connsiteX2" fmla="*/ 1190400 w 3276331"/>
                <a:gd name="connsiteY2" fmla="*/ 0 h 1107996"/>
                <a:gd name="connsiteX3" fmla="*/ 1736455 w 3276331"/>
                <a:gd name="connsiteY3" fmla="*/ 0 h 1107996"/>
                <a:gd name="connsiteX4" fmla="*/ 2249747 w 3276331"/>
                <a:gd name="connsiteY4" fmla="*/ 0 h 1107996"/>
                <a:gd name="connsiteX5" fmla="*/ 2763039 w 3276331"/>
                <a:gd name="connsiteY5" fmla="*/ 0 h 1107996"/>
                <a:gd name="connsiteX6" fmla="*/ 3276331 w 3276331"/>
                <a:gd name="connsiteY6" fmla="*/ 0 h 1107996"/>
                <a:gd name="connsiteX7" fmla="*/ 3276331 w 3276331"/>
                <a:gd name="connsiteY7" fmla="*/ 565078 h 1107996"/>
                <a:gd name="connsiteX8" fmla="*/ 3276331 w 3276331"/>
                <a:gd name="connsiteY8" fmla="*/ 1107996 h 1107996"/>
                <a:gd name="connsiteX9" fmla="*/ 2697513 w 3276331"/>
                <a:gd name="connsiteY9" fmla="*/ 1107996 h 1107996"/>
                <a:gd name="connsiteX10" fmla="*/ 2085931 w 3276331"/>
                <a:gd name="connsiteY10" fmla="*/ 1107996 h 1107996"/>
                <a:gd name="connsiteX11" fmla="*/ 1572639 w 3276331"/>
                <a:gd name="connsiteY11" fmla="*/ 1107996 h 1107996"/>
                <a:gd name="connsiteX12" fmla="*/ 1092110 w 3276331"/>
                <a:gd name="connsiteY12" fmla="*/ 1107996 h 1107996"/>
                <a:gd name="connsiteX13" fmla="*/ 611582 w 3276331"/>
                <a:gd name="connsiteY13" fmla="*/ 1107996 h 1107996"/>
                <a:gd name="connsiteX14" fmla="*/ 0 w 3276331"/>
                <a:gd name="connsiteY14" fmla="*/ 1107996 h 1107996"/>
                <a:gd name="connsiteX15" fmla="*/ 0 w 3276331"/>
                <a:gd name="connsiteY15" fmla="*/ 587238 h 1107996"/>
                <a:gd name="connsiteX16" fmla="*/ 0 w 3276331"/>
                <a:gd name="connsiteY16" fmla="*/ 0 h 110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76331" h="1107996" fill="none" extrusionOk="0">
                  <a:moveTo>
                    <a:pt x="0" y="0"/>
                  </a:moveTo>
                  <a:cubicBezTo>
                    <a:pt x="131563" y="-29162"/>
                    <a:pt x="378666" y="48813"/>
                    <a:pt x="611582" y="0"/>
                  </a:cubicBezTo>
                  <a:cubicBezTo>
                    <a:pt x="844498" y="-48813"/>
                    <a:pt x="1026131" y="34344"/>
                    <a:pt x="1190400" y="0"/>
                  </a:cubicBezTo>
                  <a:cubicBezTo>
                    <a:pt x="1354669" y="-34344"/>
                    <a:pt x="1578641" y="54492"/>
                    <a:pt x="1736455" y="0"/>
                  </a:cubicBezTo>
                  <a:cubicBezTo>
                    <a:pt x="1894270" y="-54492"/>
                    <a:pt x="2025019" y="43676"/>
                    <a:pt x="2249747" y="0"/>
                  </a:cubicBezTo>
                  <a:cubicBezTo>
                    <a:pt x="2474475" y="-43676"/>
                    <a:pt x="2562619" y="7955"/>
                    <a:pt x="2763039" y="0"/>
                  </a:cubicBezTo>
                  <a:cubicBezTo>
                    <a:pt x="2963459" y="-7955"/>
                    <a:pt x="3055100" y="41616"/>
                    <a:pt x="3276331" y="0"/>
                  </a:cubicBezTo>
                  <a:cubicBezTo>
                    <a:pt x="3281319" y="180574"/>
                    <a:pt x="3273660" y="384858"/>
                    <a:pt x="3276331" y="565078"/>
                  </a:cubicBezTo>
                  <a:cubicBezTo>
                    <a:pt x="3279002" y="745298"/>
                    <a:pt x="3234456" y="848861"/>
                    <a:pt x="3276331" y="1107996"/>
                  </a:cubicBezTo>
                  <a:cubicBezTo>
                    <a:pt x="3047387" y="1130576"/>
                    <a:pt x="2833983" y="1060594"/>
                    <a:pt x="2697513" y="1107996"/>
                  </a:cubicBezTo>
                  <a:cubicBezTo>
                    <a:pt x="2561043" y="1155398"/>
                    <a:pt x="2211134" y="1074874"/>
                    <a:pt x="2085931" y="1107996"/>
                  </a:cubicBezTo>
                  <a:cubicBezTo>
                    <a:pt x="1960728" y="1141118"/>
                    <a:pt x="1691613" y="1094466"/>
                    <a:pt x="1572639" y="1107996"/>
                  </a:cubicBezTo>
                  <a:cubicBezTo>
                    <a:pt x="1453665" y="1121526"/>
                    <a:pt x="1230030" y="1081568"/>
                    <a:pt x="1092110" y="1107996"/>
                  </a:cubicBezTo>
                  <a:cubicBezTo>
                    <a:pt x="954190" y="1134424"/>
                    <a:pt x="754417" y="1089894"/>
                    <a:pt x="611582" y="1107996"/>
                  </a:cubicBezTo>
                  <a:cubicBezTo>
                    <a:pt x="468747" y="1126098"/>
                    <a:pt x="154322" y="1078979"/>
                    <a:pt x="0" y="1107996"/>
                  </a:cubicBezTo>
                  <a:cubicBezTo>
                    <a:pt x="-8646" y="930072"/>
                    <a:pt x="48351" y="830241"/>
                    <a:pt x="0" y="587238"/>
                  </a:cubicBezTo>
                  <a:cubicBezTo>
                    <a:pt x="-48351" y="344235"/>
                    <a:pt x="60098" y="235728"/>
                    <a:pt x="0" y="0"/>
                  </a:cubicBezTo>
                  <a:close/>
                </a:path>
                <a:path w="3276331" h="1107996" stroke="0" extrusionOk="0">
                  <a:moveTo>
                    <a:pt x="0" y="0"/>
                  </a:moveTo>
                  <a:cubicBezTo>
                    <a:pt x="133862" y="-52854"/>
                    <a:pt x="275980" y="19472"/>
                    <a:pt x="480529" y="0"/>
                  </a:cubicBezTo>
                  <a:cubicBezTo>
                    <a:pt x="685078" y="-19472"/>
                    <a:pt x="783393" y="45276"/>
                    <a:pt x="1059347" y="0"/>
                  </a:cubicBezTo>
                  <a:cubicBezTo>
                    <a:pt x="1335301" y="-45276"/>
                    <a:pt x="1343465" y="16527"/>
                    <a:pt x="1605402" y="0"/>
                  </a:cubicBezTo>
                  <a:cubicBezTo>
                    <a:pt x="1867340" y="-16527"/>
                    <a:pt x="2002845" y="60012"/>
                    <a:pt x="2216984" y="0"/>
                  </a:cubicBezTo>
                  <a:cubicBezTo>
                    <a:pt x="2431123" y="-60012"/>
                    <a:pt x="2656851" y="6243"/>
                    <a:pt x="2795802" y="0"/>
                  </a:cubicBezTo>
                  <a:cubicBezTo>
                    <a:pt x="2934753" y="-6243"/>
                    <a:pt x="3163015" y="16823"/>
                    <a:pt x="3276331" y="0"/>
                  </a:cubicBezTo>
                  <a:cubicBezTo>
                    <a:pt x="3302238" y="265153"/>
                    <a:pt x="3259783" y="271875"/>
                    <a:pt x="3276331" y="542918"/>
                  </a:cubicBezTo>
                  <a:cubicBezTo>
                    <a:pt x="3292879" y="813961"/>
                    <a:pt x="3235056" y="841171"/>
                    <a:pt x="3276331" y="1107996"/>
                  </a:cubicBezTo>
                  <a:cubicBezTo>
                    <a:pt x="3154710" y="1133301"/>
                    <a:pt x="2984056" y="1107712"/>
                    <a:pt x="2763039" y="1107996"/>
                  </a:cubicBezTo>
                  <a:cubicBezTo>
                    <a:pt x="2542022" y="1108280"/>
                    <a:pt x="2441478" y="1057716"/>
                    <a:pt x="2315274" y="1107996"/>
                  </a:cubicBezTo>
                  <a:cubicBezTo>
                    <a:pt x="2189070" y="1158276"/>
                    <a:pt x="1958020" y="1076342"/>
                    <a:pt x="1834745" y="1107996"/>
                  </a:cubicBezTo>
                  <a:cubicBezTo>
                    <a:pt x="1711470" y="1139650"/>
                    <a:pt x="1422752" y="1097640"/>
                    <a:pt x="1288690" y="1107996"/>
                  </a:cubicBezTo>
                  <a:cubicBezTo>
                    <a:pt x="1154628" y="1118352"/>
                    <a:pt x="956889" y="1097162"/>
                    <a:pt x="840925" y="1107996"/>
                  </a:cubicBezTo>
                  <a:cubicBezTo>
                    <a:pt x="724962" y="1118830"/>
                    <a:pt x="415723" y="1036932"/>
                    <a:pt x="0" y="1107996"/>
                  </a:cubicBezTo>
                  <a:cubicBezTo>
                    <a:pt x="-40871" y="849654"/>
                    <a:pt x="41175" y="695556"/>
                    <a:pt x="0" y="565078"/>
                  </a:cubicBezTo>
                  <a:cubicBezTo>
                    <a:pt x="-41175" y="434600"/>
                    <a:pt x="54567" y="228271"/>
                    <a:pt x="0" y="0"/>
                  </a:cubicBezTo>
                  <a:close/>
                </a:path>
              </a:pathLst>
            </a:custGeom>
            <a:solidFill>
              <a:schemeClr val="accent4">
                <a:lumMod val="20000"/>
                <a:lumOff val="80000"/>
              </a:schemeClr>
            </a:solidFill>
            <a:ln>
              <a:solidFill>
                <a:schemeClr val="accent4">
                  <a:lumMod val="75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“The Catasat virus is spreading in Dewberry Hollow and there were new infections reported yesterday. Going to the office means being in close proximity to other people, which increases the risk of contracting the virus. As a 55-year-old, I am also at a higher risk of developing severe symptoms if I do get infected.”</a:t>
              </a:r>
            </a:p>
          </p:txBody>
        </p:sp>
        <p:cxnSp>
          <p:nvCxnSpPr>
            <p:cNvPr id="52" name="Straight Connector 51">
              <a:extLst>
                <a:ext uri="{FF2B5EF4-FFF2-40B4-BE49-F238E27FC236}">
                  <a16:creationId xmlns:a16="http://schemas.microsoft.com/office/drawing/2014/main" id="{25C3824B-C10E-BE33-486C-5402EF819AEC}"/>
                </a:ext>
              </a:extLst>
            </p:cNvPr>
            <p:cNvCxnSpPr>
              <a:cxnSpLocks/>
            </p:cNvCxnSpPr>
            <p:nvPr/>
          </p:nvCxnSpPr>
          <p:spPr>
            <a:xfrm flipH="1" flipV="1">
              <a:off x="5442045" y="4775659"/>
              <a:ext cx="538264" cy="327350"/>
            </a:xfrm>
            <a:prstGeom prst="line">
              <a:avLst/>
            </a:prstGeom>
            <a:ln w="50800">
              <a:solidFill>
                <a:schemeClr val="accent4">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02A9347D-701A-854D-D67A-81A24F7EA0DC}"/>
                </a:ext>
              </a:extLst>
            </p:cNvPr>
            <p:cNvSpPr/>
            <p:nvPr/>
          </p:nvSpPr>
          <p:spPr>
            <a:xfrm>
              <a:off x="4533151" y="2675924"/>
              <a:ext cx="222198" cy="1553417"/>
            </a:xfrm>
            <a:prstGeom prst="rect">
              <a:avLst/>
            </a:prstGeom>
            <a:solidFill>
              <a:srgbClr val="FF0000">
                <a:alpha val="40000"/>
              </a:srgbClr>
            </a:solidFill>
            <a:ln>
              <a:solidFill>
                <a:schemeClr val="accent2">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graphicFrame>
          <p:nvGraphicFramePr>
            <p:cNvPr id="57" name="Chart 56">
              <a:extLst>
                <a:ext uri="{FF2B5EF4-FFF2-40B4-BE49-F238E27FC236}">
                  <a16:creationId xmlns:a16="http://schemas.microsoft.com/office/drawing/2014/main" id="{F5342221-F14D-BC84-4EFE-F24103D29B3F}"/>
                </a:ext>
              </a:extLst>
            </p:cNvPr>
            <p:cNvGraphicFramePr>
              <a:graphicFrameLocks/>
            </p:cNvGraphicFramePr>
            <p:nvPr>
              <p:extLst>
                <p:ext uri="{D42A27DB-BD31-4B8C-83A1-F6EECF244321}">
                  <p14:modId xmlns:p14="http://schemas.microsoft.com/office/powerpoint/2010/main" val="4274341286"/>
                </p:ext>
              </p:extLst>
            </p:nvPr>
          </p:nvGraphicFramePr>
          <p:xfrm>
            <a:off x="3553837" y="322921"/>
            <a:ext cx="3934340" cy="2230877"/>
          </p:xfrm>
          <a:graphic>
            <a:graphicData uri="http://schemas.openxmlformats.org/drawingml/2006/chart">
              <c:chart xmlns:c="http://schemas.openxmlformats.org/drawingml/2006/chart" xmlns:r="http://schemas.openxmlformats.org/officeDocument/2006/relationships" r:id="rId8"/>
            </a:graphicData>
          </a:graphic>
        </p:graphicFrame>
        <p:sp>
          <p:nvSpPr>
            <p:cNvPr id="45" name="Rectangle 44">
              <a:extLst>
                <a:ext uri="{FF2B5EF4-FFF2-40B4-BE49-F238E27FC236}">
                  <a16:creationId xmlns:a16="http://schemas.microsoft.com/office/drawing/2014/main" id="{44BCC23D-B534-DBB7-7800-5B7706278E05}"/>
                </a:ext>
              </a:extLst>
            </p:cNvPr>
            <p:cNvSpPr/>
            <p:nvPr/>
          </p:nvSpPr>
          <p:spPr>
            <a:xfrm>
              <a:off x="4768886" y="464107"/>
              <a:ext cx="222198" cy="1535597"/>
            </a:xfrm>
            <a:prstGeom prst="rect">
              <a:avLst/>
            </a:prstGeom>
            <a:solidFill>
              <a:srgbClr val="FF0000">
                <a:alpha val="40000"/>
              </a:srgbClr>
            </a:solidFill>
            <a:ln>
              <a:solidFill>
                <a:schemeClr val="accent2">
                  <a:alpha val="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aseline="-25000" dirty="0"/>
            </a:p>
          </p:txBody>
        </p:sp>
        <p:sp>
          <p:nvSpPr>
            <p:cNvPr id="27" name="TextBox 26">
              <a:extLst>
                <a:ext uri="{FF2B5EF4-FFF2-40B4-BE49-F238E27FC236}">
                  <a16:creationId xmlns:a16="http://schemas.microsoft.com/office/drawing/2014/main" id="{5D0245A1-B18D-99B5-B6BA-80DE0233A62D}"/>
                </a:ext>
              </a:extLst>
            </p:cNvPr>
            <p:cNvSpPr txBox="1"/>
            <p:nvPr/>
          </p:nvSpPr>
          <p:spPr>
            <a:xfrm>
              <a:off x="5326587" y="646995"/>
              <a:ext cx="3276332" cy="1277273"/>
            </a:xfrm>
            <a:custGeom>
              <a:avLst/>
              <a:gdLst>
                <a:gd name="connsiteX0" fmla="*/ 0 w 3276332"/>
                <a:gd name="connsiteY0" fmla="*/ 0 h 1277273"/>
                <a:gd name="connsiteX1" fmla="*/ 480529 w 3276332"/>
                <a:gd name="connsiteY1" fmla="*/ 0 h 1277273"/>
                <a:gd name="connsiteX2" fmla="*/ 993821 w 3276332"/>
                <a:gd name="connsiteY2" fmla="*/ 0 h 1277273"/>
                <a:gd name="connsiteX3" fmla="*/ 1507113 w 3276332"/>
                <a:gd name="connsiteY3" fmla="*/ 0 h 1277273"/>
                <a:gd name="connsiteX4" fmla="*/ 2053168 w 3276332"/>
                <a:gd name="connsiteY4" fmla="*/ 0 h 1277273"/>
                <a:gd name="connsiteX5" fmla="*/ 2631987 w 3276332"/>
                <a:gd name="connsiteY5" fmla="*/ 0 h 1277273"/>
                <a:gd name="connsiteX6" fmla="*/ 3276332 w 3276332"/>
                <a:gd name="connsiteY6" fmla="*/ 0 h 1277273"/>
                <a:gd name="connsiteX7" fmla="*/ 3276332 w 3276332"/>
                <a:gd name="connsiteY7" fmla="*/ 412985 h 1277273"/>
                <a:gd name="connsiteX8" fmla="*/ 3276332 w 3276332"/>
                <a:gd name="connsiteY8" fmla="*/ 864288 h 1277273"/>
                <a:gd name="connsiteX9" fmla="*/ 3276332 w 3276332"/>
                <a:gd name="connsiteY9" fmla="*/ 1277273 h 1277273"/>
                <a:gd name="connsiteX10" fmla="*/ 2828567 w 3276332"/>
                <a:gd name="connsiteY10" fmla="*/ 1277273 h 1277273"/>
                <a:gd name="connsiteX11" fmla="*/ 2348038 w 3276332"/>
                <a:gd name="connsiteY11" fmla="*/ 1277273 h 1277273"/>
                <a:gd name="connsiteX12" fmla="*/ 1900273 w 3276332"/>
                <a:gd name="connsiteY12" fmla="*/ 1277273 h 1277273"/>
                <a:gd name="connsiteX13" fmla="*/ 1452507 w 3276332"/>
                <a:gd name="connsiteY13" fmla="*/ 1277273 h 1277273"/>
                <a:gd name="connsiteX14" fmla="*/ 939215 w 3276332"/>
                <a:gd name="connsiteY14" fmla="*/ 1277273 h 1277273"/>
                <a:gd name="connsiteX15" fmla="*/ 0 w 3276332"/>
                <a:gd name="connsiteY15" fmla="*/ 1277273 h 1277273"/>
                <a:gd name="connsiteX16" fmla="*/ 0 w 3276332"/>
                <a:gd name="connsiteY16" fmla="*/ 851515 h 1277273"/>
                <a:gd name="connsiteX17" fmla="*/ 0 w 3276332"/>
                <a:gd name="connsiteY17" fmla="*/ 464076 h 1277273"/>
                <a:gd name="connsiteX18" fmla="*/ 0 w 3276332"/>
                <a:gd name="connsiteY18" fmla="*/ 0 h 127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76332" h="1277273" fill="none" extrusionOk="0">
                  <a:moveTo>
                    <a:pt x="0" y="0"/>
                  </a:moveTo>
                  <a:cubicBezTo>
                    <a:pt x="105768" y="-13337"/>
                    <a:pt x="327457" y="25126"/>
                    <a:pt x="480529" y="0"/>
                  </a:cubicBezTo>
                  <a:cubicBezTo>
                    <a:pt x="633601" y="-25126"/>
                    <a:pt x="769093" y="43676"/>
                    <a:pt x="993821" y="0"/>
                  </a:cubicBezTo>
                  <a:cubicBezTo>
                    <a:pt x="1218549" y="-43676"/>
                    <a:pt x="1306693" y="7955"/>
                    <a:pt x="1507113" y="0"/>
                  </a:cubicBezTo>
                  <a:cubicBezTo>
                    <a:pt x="1707533" y="-7955"/>
                    <a:pt x="1823386" y="30881"/>
                    <a:pt x="2053168" y="0"/>
                  </a:cubicBezTo>
                  <a:cubicBezTo>
                    <a:pt x="2282950" y="-30881"/>
                    <a:pt x="2379015" y="3550"/>
                    <a:pt x="2631987" y="0"/>
                  </a:cubicBezTo>
                  <a:cubicBezTo>
                    <a:pt x="2884959" y="-3550"/>
                    <a:pt x="3027333" y="44066"/>
                    <a:pt x="3276332" y="0"/>
                  </a:cubicBezTo>
                  <a:cubicBezTo>
                    <a:pt x="3281981" y="106052"/>
                    <a:pt x="3229024" y="255159"/>
                    <a:pt x="3276332" y="412985"/>
                  </a:cubicBezTo>
                  <a:cubicBezTo>
                    <a:pt x="3323640" y="570811"/>
                    <a:pt x="3274100" y="671620"/>
                    <a:pt x="3276332" y="864288"/>
                  </a:cubicBezTo>
                  <a:cubicBezTo>
                    <a:pt x="3278564" y="1056956"/>
                    <a:pt x="3230256" y="1126972"/>
                    <a:pt x="3276332" y="1277273"/>
                  </a:cubicBezTo>
                  <a:cubicBezTo>
                    <a:pt x="3186775" y="1302083"/>
                    <a:pt x="3046619" y="1251393"/>
                    <a:pt x="2828567" y="1277273"/>
                  </a:cubicBezTo>
                  <a:cubicBezTo>
                    <a:pt x="2610516" y="1303153"/>
                    <a:pt x="2498311" y="1265717"/>
                    <a:pt x="2348038" y="1277273"/>
                  </a:cubicBezTo>
                  <a:cubicBezTo>
                    <a:pt x="2197765" y="1288829"/>
                    <a:pt x="2009298" y="1263922"/>
                    <a:pt x="1900273" y="1277273"/>
                  </a:cubicBezTo>
                  <a:cubicBezTo>
                    <a:pt x="1791248" y="1290624"/>
                    <a:pt x="1657655" y="1270682"/>
                    <a:pt x="1452507" y="1277273"/>
                  </a:cubicBezTo>
                  <a:cubicBezTo>
                    <a:pt x="1247359" y="1283864"/>
                    <a:pt x="1056278" y="1225074"/>
                    <a:pt x="939215" y="1277273"/>
                  </a:cubicBezTo>
                  <a:cubicBezTo>
                    <a:pt x="822152" y="1329472"/>
                    <a:pt x="313652" y="1194890"/>
                    <a:pt x="0" y="1277273"/>
                  </a:cubicBezTo>
                  <a:cubicBezTo>
                    <a:pt x="-18725" y="1091103"/>
                    <a:pt x="36062" y="973383"/>
                    <a:pt x="0" y="851515"/>
                  </a:cubicBezTo>
                  <a:cubicBezTo>
                    <a:pt x="-36062" y="729647"/>
                    <a:pt x="42466" y="545666"/>
                    <a:pt x="0" y="464076"/>
                  </a:cubicBezTo>
                  <a:cubicBezTo>
                    <a:pt x="-42466" y="382486"/>
                    <a:pt x="23967" y="214906"/>
                    <a:pt x="0" y="0"/>
                  </a:cubicBezTo>
                  <a:close/>
                </a:path>
                <a:path w="3276332" h="1277273" stroke="0" extrusionOk="0">
                  <a:moveTo>
                    <a:pt x="0" y="0"/>
                  </a:moveTo>
                  <a:cubicBezTo>
                    <a:pt x="133862" y="-52854"/>
                    <a:pt x="275980" y="19472"/>
                    <a:pt x="480529" y="0"/>
                  </a:cubicBezTo>
                  <a:cubicBezTo>
                    <a:pt x="685078" y="-19472"/>
                    <a:pt x="783393" y="45276"/>
                    <a:pt x="1059347" y="0"/>
                  </a:cubicBezTo>
                  <a:cubicBezTo>
                    <a:pt x="1335301" y="-45276"/>
                    <a:pt x="1340950" y="12026"/>
                    <a:pt x="1605403" y="0"/>
                  </a:cubicBezTo>
                  <a:cubicBezTo>
                    <a:pt x="1869856" y="-12026"/>
                    <a:pt x="2002846" y="60012"/>
                    <a:pt x="2216985" y="0"/>
                  </a:cubicBezTo>
                  <a:cubicBezTo>
                    <a:pt x="2431124" y="-60012"/>
                    <a:pt x="2656852" y="6243"/>
                    <a:pt x="2795803" y="0"/>
                  </a:cubicBezTo>
                  <a:cubicBezTo>
                    <a:pt x="2934754" y="-6243"/>
                    <a:pt x="3163016" y="16823"/>
                    <a:pt x="3276332" y="0"/>
                  </a:cubicBezTo>
                  <a:cubicBezTo>
                    <a:pt x="3300655" y="190755"/>
                    <a:pt x="3242732" y="232372"/>
                    <a:pt x="3276332" y="412985"/>
                  </a:cubicBezTo>
                  <a:cubicBezTo>
                    <a:pt x="3309932" y="593599"/>
                    <a:pt x="3256285" y="612509"/>
                    <a:pt x="3276332" y="800424"/>
                  </a:cubicBezTo>
                  <a:cubicBezTo>
                    <a:pt x="3296379" y="988339"/>
                    <a:pt x="3270554" y="1167452"/>
                    <a:pt x="3276332" y="1277273"/>
                  </a:cubicBezTo>
                  <a:cubicBezTo>
                    <a:pt x="3182061" y="1329596"/>
                    <a:pt x="2954771" y="1226993"/>
                    <a:pt x="2828567" y="1277273"/>
                  </a:cubicBezTo>
                  <a:cubicBezTo>
                    <a:pt x="2702363" y="1327553"/>
                    <a:pt x="2471313" y="1245619"/>
                    <a:pt x="2348038" y="1277273"/>
                  </a:cubicBezTo>
                  <a:cubicBezTo>
                    <a:pt x="2224763" y="1308927"/>
                    <a:pt x="1936045" y="1266917"/>
                    <a:pt x="1801983" y="1277273"/>
                  </a:cubicBezTo>
                  <a:cubicBezTo>
                    <a:pt x="1667921" y="1287629"/>
                    <a:pt x="1474297" y="1274431"/>
                    <a:pt x="1354217" y="1277273"/>
                  </a:cubicBezTo>
                  <a:cubicBezTo>
                    <a:pt x="1234137" y="1280115"/>
                    <a:pt x="1019127" y="1230172"/>
                    <a:pt x="840925" y="1277273"/>
                  </a:cubicBezTo>
                  <a:cubicBezTo>
                    <a:pt x="662723" y="1324374"/>
                    <a:pt x="301165" y="1244383"/>
                    <a:pt x="0" y="1277273"/>
                  </a:cubicBezTo>
                  <a:cubicBezTo>
                    <a:pt x="-39072" y="1127777"/>
                    <a:pt x="2703" y="943005"/>
                    <a:pt x="0" y="825970"/>
                  </a:cubicBezTo>
                  <a:cubicBezTo>
                    <a:pt x="-2703" y="708935"/>
                    <a:pt x="28417" y="500686"/>
                    <a:pt x="0" y="374667"/>
                  </a:cubicBezTo>
                  <a:cubicBezTo>
                    <a:pt x="-28417" y="248648"/>
                    <a:pt x="9006" y="150783"/>
                    <a:pt x="0" y="0"/>
                  </a:cubicBezTo>
                  <a:close/>
                </a:path>
              </a:pathLst>
            </a:custGeom>
            <a:solidFill>
              <a:schemeClr val="accent4">
                <a:lumMod val="20000"/>
                <a:lumOff val="80000"/>
              </a:schemeClr>
            </a:solidFill>
            <a:ln>
              <a:solidFill>
                <a:schemeClr val="accent4">
                  <a:lumMod val="75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“There is a possibility that I may have contracted the Catasat virus due to my cough and fever. Additionally, the fact that 0.9% of the population were diagnosed with new infections yesterday indicates that the virus is spreading in Dewberry Hollow. Going to work may increase my chances of getting infected or spreading the virus to others.”</a:t>
              </a:r>
            </a:p>
          </p:txBody>
        </p:sp>
        <p:cxnSp>
          <p:nvCxnSpPr>
            <p:cNvPr id="58" name="Straight Connector 57">
              <a:extLst>
                <a:ext uri="{FF2B5EF4-FFF2-40B4-BE49-F238E27FC236}">
                  <a16:creationId xmlns:a16="http://schemas.microsoft.com/office/drawing/2014/main" id="{6CA25A97-5697-C902-2B83-777182C657C2}"/>
                </a:ext>
              </a:extLst>
            </p:cNvPr>
            <p:cNvCxnSpPr>
              <a:cxnSpLocks/>
            </p:cNvCxnSpPr>
            <p:nvPr/>
          </p:nvCxnSpPr>
          <p:spPr>
            <a:xfrm flipH="1" flipV="1">
              <a:off x="4941239" y="465033"/>
              <a:ext cx="378597" cy="466036"/>
            </a:xfrm>
            <a:prstGeom prst="line">
              <a:avLst/>
            </a:prstGeom>
            <a:ln w="50800">
              <a:solidFill>
                <a:schemeClr val="accent4">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9AD00DE0-B8B1-962F-97F5-DDBAB263ADE0}"/>
                </a:ext>
              </a:extLst>
            </p:cNvPr>
            <p:cNvSpPr txBox="1"/>
            <p:nvPr/>
          </p:nvSpPr>
          <p:spPr>
            <a:xfrm>
              <a:off x="5326587" y="2815812"/>
              <a:ext cx="3276332" cy="1107996"/>
            </a:xfrm>
            <a:custGeom>
              <a:avLst/>
              <a:gdLst>
                <a:gd name="connsiteX0" fmla="*/ 0 w 3276332"/>
                <a:gd name="connsiteY0" fmla="*/ 0 h 1107996"/>
                <a:gd name="connsiteX1" fmla="*/ 611582 w 3276332"/>
                <a:gd name="connsiteY1" fmla="*/ 0 h 1107996"/>
                <a:gd name="connsiteX2" fmla="*/ 1190401 w 3276332"/>
                <a:gd name="connsiteY2" fmla="*/ 0 h 1107996"/>
                <a:gd name="connsiteX3" fmla="*/ 1736456 w 3276332"/>
                <a:gd name="connsiteY3" fmla="*/ 0 h 1107996"/>
                <a:gd name="connsiteX4" fmla="*/ 2249748 w 3276332"/>
                <a:gd name="connsiteY4" fmla="*/ 0 h 1107996"/>
                <a:gd name="connsiteX5" fmla="*/ 2763040 w 3276332"/>
                <a:gd name="connsiteY5" fmla="*/ 0 h 1107996"/>
                <a:gd name="connsiteX6" fmla="*/ 3276332 w 3276332"/>
                <a:gd name="connsiteY6" fmla="*/ 0 h 1107996"/>
                <a:gd name="connsiteX7" fmla="*/ 3276332 w 3276332"/>
                <a:gd name="connsiteY7" fmla="*/ 565078 h 1107996"/>
                <a:gd name="connsiteX8" fmla="*/ 3276332 w 3276332"/>
                <a:gd name="connsiteY8" fmla="*/ 1107996 h 1107996"/>
                <a:gd name="connsiteX9" fmla="*/ 2697513 w 3276332"/>
                <a:gd name="connsiteY9" fmla="*/ 1107996 h 1107996"/>
                <a:gd name="connsiteX10" fmla="*/ 2085931 w 3276332"/>
                <a:gd name="connsiteY10" fmla="*/ 1107996 h 1107996"/>
                <a:gd name="connsiteX11" fmla="*/ 1572639 w 3276332"/>
                <a:gd name="connsiteY11" fmla="*/ 1107996 h 1107996"/>
                <a:gd name="connsiteX12" fmla="*/ 1092111 w 3276332"/>
                <a:gd name="connsiteY12" fmla="*/ 1107996 h 1107996"/>
                <a:gd name="connsiteX13" fmla="*/ 611582 w 3276332"/>
                <a:gd name="connsiteY13" fmla="*/ 1107996 h 1107996"/>
                <a:gd name="connsiteX14" fmla="*/ 0 w 3276332"/>
                <a:gd name="connsiteY14" fmla="*/ 1107996 h 1107996"/>
                <a:gd name="connsiteX15" fmla="*/ 0 w 3276332"/>
                <a:gd name="connsiteY15" fmla="*/ 587238 h 1107996"/>
                <a:gd name="connsiteX16" fmla="*/ 0 w 3276332"/>
                <a:gd name="connsiteY16" fmla="*/ 0 h 110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76332" h="1107996" fill="none" extrusionOk="0">
                  <a:moveTo>
                    <a:pt x="0" y="0"/>
                  </a:moveTo>
                  <a:cubicBezTo>
                    <a:pt x="131563" y="-29162"/>
                    <a:pt x="378666" y="48813"/>
                    <a:pt x="611582" y="0"/>
                  </a:cubicBezTo>
                  <a:cubicBezTo>
                    <a:pt x="844498" y="-48813"/>
                    <a:pt x="1023190" y="28405"/>
                    <a:pt x="1190401" y="0"/>
                  </a:cubicBezTo>
                  <a:cubicBezTo>
                    <a:pt x="1357612" y="-28405"/>
                    <a:pt x="1578642" y="54492"/>
                    <a:pt x="1736456" y="0"/>
                  </a:cubicBezTo>
                  <a:cubicBezTo>
                    <a:pt x="1894271" y="-54492"/>
                    <a:pt x="2025020" y="43676"/>
                    <a:pt x="2249748" y="0"/>
                  </a:cubicBezTo>
                  <a:cubicBezTo>
                    <a:pt x="2474476" y="-43676"/>
                    <a:pt x="2562620" y="7955"/>
                    <a:pt x="2763040" y="0"/>
                  </a:cubicBezTo>
                  <a:cubicBezTo>
                    <a:pt x="2963460" y="-7955"/>
                    <a:pt x="3055101" y="41616"/>
                    <a:pt x="3276332" y="0"/>
                  </a:cubicBezTo>
                  <a:cubicBezTo>
                    <a:pt x="3281320" y="180574"/>
                    <a:pt x="3273661" y="384858"/>
                    <a:pt x="3276332" y="565078"/>
                  </a:cubicBezTo>
                  <a:cubicBezTo>
                    <a:pt x="3279003" y="745298"/>
                    <a:pt x="3234457" y="848861"/>
                    <a:pt x="3276332" y="1107996"/>
                  </a:cubicBezTo>
                  <a:cubicBezTo>
                    <a:pt x="3050085" y="1132391"/>
                    <a:pt x="2838322" y="1061428"/>
                    <a:pt x="2697513" y="1107996"/>
                  </a:cubicBezTo>
                  <a:cubicBezTo>
                    <a:pt x="2556704" y="1154564"/>
                    <a:pt x="2211134" y="1074874"/>
                    <a:pt x="2085931" y="1107996"/>
                  </a:cubicBezTo>
                  <a:cubicBezTo>
                    <a:pt x="1960728" y="1141118"/>
                    <a:pt x="1691613" y="1094466"/>
                    <a:pt x="1572639" y="1107996"/>
                  </a:cubicBezTo>
                  <a:cubicBezTo>
                    <a:pt x="1453665" y="1121526"/>
                    <a:pt x="1226196" y="1073079"/>
                    <a:pt x="1092111" y="1107996"/>
                  </a:cubicBezTo>
                  <a:cubicBezTo>
                    <a:pt x="958026" y="1142913"/>
                    <a:pt x="761855" y="1096440"/>
                    <a:pt x="611582" y="1107996"/>
                  </a:cubicBezTo>
                  <a:cubicBezTo>
                    <a:pt x="461309" y="1119552"/>
                    <a:pt x="154322" y="1078979"/>
                    <a:pt x="0" y="1107996"/>
                  </a:cubicBezTo>
                  <a:cubicBezTo>
                    <a:pt x="-8646" y="930072"/>
                    <a:pt x="48351" y="830241"/>
                    <a:pt x="0" y="587238"/>
                  </a:cubicBezTo>
                  <a:cubicBezTo>
                    <a:pt x="-48351" y="344235"/>
                    <a:pt x="60098" y="235728"/>
                    <a:pt x="0" y="0"/>
                  </a:cubicBezTo>
                  <a:close/>
                </a:path>
                <a:path w="3276332" h="1107996" stroke="0" extrusionOk="0">
                  <a:moveTo>
                    <a:pt x="0" y="0"/>
                  </a:moveTo>
                  <a:cubicBezTo>
                    <a:pt x="133862" y="-52854"/>
                    <a:pt x="275980" y="19472"/>
                    <a:pt x="480529" y="0"/>
                  </a:cubicBezTo>
                  <a:cubicBezTo>
                    <a:pt x="685078" y="-19472"/>
                    <a:pt x="783393" y="45276"/>
                    <a:pt x="1059347" y="0"/>
                  </a:cubicBezTo>
                  <a:cubicBezTo>
                    <a:pt x="1335301" y="-45276"/>
                    <a:pt x="1340950" y="12026"/>
                    <a:pt x="1605403" y="0"/>
                  </a:cubicBezTo>
                  <a:cubicBezTo>
                    <a:pt x="1869856" y="-12026"/>
                    <a:pt x="2002846" y="60012"/>
                    <a:pt x="2216985" y="0"/>
                  </a:cubicBezTo>
                  <a:cubicBezTo>
                    <a:pt x="2431124" y="-60012"/>
                    <a:pt x="2656852" y="6243"/>
                    <a:pt x="2795803" y="0"/>
                  </a:cubicBezTo>
                  <a:cubicBezTo>
                    <a:pt x="2934754" y="-6243"/>
                    <a:pt x="3163016" y="16823"/>
                    <a:pt x="3276332" y="0"/>
                  </a:cubicBezTo>
                  <a:cubicBezTo>
                    <a:pt x="3302239" y="265153"/>
                    <a:pt x="3259784" y="271875"/>
                    <a:pt x="3276332" y="542918"/>
                  </a:cubicBezTo>
                  <a:cubicBezTo>
                    <a:pt x="3292880" y="813961"/>
                    <a:pt x="3235057" y="841171"/>
                    <a:pt x="3276332" y="1107996"/>
                  </a:cubicBezTo>
                  <a:cubicBezTo>
                    <a:pt x="3154711" y="1133301"/>
                    <a:pt x="2984057" y="1107712"/>
                    <a:pt x="2763040" y="1107996"/>
                  </a:cubicBezTo>
                  <a:cubicBezTo>
                    <a:pt x="2542023" y="1108280"/>
                    <a:pt x="2441479" y="1057716"/>
                    <a:pt x="2315275" y="1107996"/>
                  </a:cubicBezTo>
                  <a:cubicBezTo>
                    <a:pt x="2189071" y="1158276"/>
                    <a:pt x="1958021" y="1076342"/>
                    <a:pt x="1834746" y="1107996"/>
                  </a:cubicBezTo>
                  <a:cubicBezTo>
                    <a:pt x="1711471" y="1139650"/>
                    <a:pt x="1422753" y="1097640"/>
                    <a:pt x="1288691" y="1107996"/>
                  </a:cubicBezTo>
                  <a:cubicBezTo>
                    <a:pt x="1154629" y="1118352"/>
                    <a:pt x="961005" y="1105154"/>
                    <a:pt x="840925" y="1107996"/>
                  </a:cubicBezTo>
                  <a:cubicBezTo>
                    <a:pt x="720845" y="1110838"/>
                    <a:pt x="415723" y="1036932"/>
                    <a:pt x="0" y="1107996"/>
                  </a:cubicBezTo>
                  <a:cubicBezTo>
                    <a:pt x="-40871" y="849654"/>
                    <a:pt x="41175" y="695556"/>
                    <a:pt x="0" y="565078"/>
                  </a:cubicBezTo>
                  <a:cubicBezTo>
                    <a:pt x="-41175" y="434600"/>
                    <a:pt x="54567" y="228271"/>
                    <a:pt x="0" y="0"/>
                  </a:cubicBezTo>
                  <a:close/>
                </a:path>
              </a:pathLst>
            </a:custGeom>
            <a:solidFill>
              <a:schemeClr val="accent4">
                <a:lumMod val="20000"/>
                <a:lumOff val="80000"/>
              </a:schemeClr>
            </a:solidFill>
            <a:ln>
              <a:solidFill>
                <a:schemeClr val="accent4">
                  <a:lumMod val="75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“The number of new infections in Dewberry Hollow is relatively low compared to the total population. Additionally, there is no information indicating that the virus is spreading rapidly or uncontrollably in the town. Going to work is necessary for earning a living and supporting oneself.</a:t>
              </a:r>
            </a:p>
          </p:txBody>
        </p:sp>
        <p:cxnSp>
          <p:nvCxnSpPr>
            <p:cNvPr id="66" name="Straight Connector 65">
              <a:extLst>
                <a:ext uri="{FF2B5EF4-FFF2-40B4-BE49-F238E27FC236}">
                  <a16:creationId xmlns:a16="http://schemas.microsoft.com/office/drawing/2014/main" id="{D6FFF9FC-71D9-14CF-1BD2-490C588C26DA}"/>
                </a:ext>
              </a:extLst>
            </p:cNvPr>
            <p:cNvCxnSpPr>
              <a:cxnSpLocks/>
            </p:cNvCxnSpPr>
            <p:nvPr/>
          </p:nvCxnSpPr>
          <p:spPr>
            <a:xfrm flipH="1">
              <a:off x="5303918" y="3923808"/>
              <a:ext cx="306307" cy="280128"/>
            </a:xfrm>
            <a:prstGeom prst="line">
              <a:avLst/>
            </a:prstGeom>
            <a:ln w="50800">
              <a:solidFill>
                <a:schemeClr val="accent4">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92EDDBD2-F680-CBE8-8EB3-F88EFB750476}"/>
              </a:ext>
            </a:extLst>
          </p:cNvPr>
          <p:cNvSpPr txBox="1"/>
          <p:nvPr/>
        </p:nvSpPr>
        <p:spPr>
          <a:xfrm>
            <a:off x="37252" y="282163"/>
            <a:ext cx="322267" cy="461665"/>
          </a:xfrm>
          <a:prstGeom prst="rect">
            <a:avLst/>
          </a:prstGeom>
          <a:noFill/>
        </p:spPr>
        <p:txBody>
          <a:bodyPr wrap="square" rtlCol="0">
            <a:spAutoFit/>
          </a:bodyPr>
          <a:lstStyle/>
          <a:p>
            <a:pPr algn="ctr"/>
            <a:r>
              <a:rPr lang="en-US" sz="2400" b="1" dirty="0"/>
              <a:t>A</a:t>
            </a:r>
          </a:p>
        </p:txBody>
      </p:sp>
      <p:sp>
        <p:nvSpPr>
          <p:cNvPr id="81" name="TextBox 80">
            <a:extLst>
              <a:ext uri="{FF2B5EF4-FFF2-40B4-BE49-F238E27FC236}">
                <a16:creationId xmlns:a16="http://schemas.microsoft.com/office/drawing/2014/main" id="{719C851F-1FF0-AF62-6EEA-0865D20A3A4F}"/>
              </a:ext>
            </a:extLst>
          </p:cNvPr>
          <p:cNvSpPr txBox="1"/>
          <p:nvPr/>
        </p:nvSpPr>
        <p:spPr>
          <a:xfrm>
            <a:off x="43390" y="3320521"/>
            <a:ext cx="322267" cy="461665"/>
          </a:xfrm>
          <a:prstGeom prst="rect">
            <a:avLst/>
          </a:prstGeom>
          <a:noFill/>
        </p:spPr>
        <p:txBody>
          <a:bodyPr wrap="square" rtlCol="0">
            <a:spAutoFit/>
          </a:bodyPr>
          <a:lstStyle/>
          <a:p>
            <a:pPr algn="ctr"/>
            <a:r>
              <a:rPr lang="en-US" sz="2400" b="1" dirty="0"/>
              <a:t>B</a:t>
            </a:r>
          </a:p>
        </p:txBody>
      </p:sp>
      <p:sp>
        <p:nvSpPr>
          <p:cNvPr id="82" name="TextBox 81">
            <a:extLst>
              <a:ext uri="{FF2B5EF4-FFF2-40B4-BE49-F238E27FC236}">
                <a16:creationId xmlns:a16="http://schemas.microsoft.com/office/drawing/2014/main" id="{458CF119-B937-10B1-44AE-4CFA631BE10C}"/>
              </a:ext>
            </a:extLst>
          </p:cNvPr>
          <p:cNvSpPr txBox="1"/>
          <p:nvPr/>
        </p:nvSpPr>
        <p:spPr>
          <a:xfrm>
            <a:off x="4988453" y="285354"/>
            <a:ext cx="322267" cy="461665"/>
          </a:xfrm>
          <a:prstGeom prst="rect">
            <a:avLst/>
          </a:prstGeom>
          <a:noFill/>
        </p:spPr>
        <p:txBody>
          <a:bodyPr wrap="square" rtlCol="0">
            <a:spAutoFit/>
          </a:bodyPr>
          <a:lstStyle/>
          <a:p>
            <a:pPr algn="ctr"/>
            <a:r>
              <a:rPr lang="en-US" sz="2400" b="1" dirty="0"/>
              <a:t>C</a:t>
            </a:r>
          </a:p>
        </p:txBody>
      </p:sp>
    </p:spTree>
    <p:extLst>
      <p:ext uri="{BB962C8B-B14F-4D97-AF65-F5344CB8AC3E}">
        <p14:creationId xmlns:p14="http://schemas.microsoft.com/office/powerpoint/2010/main" val="200920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angle 75">
            <a:extLst>
              <a:ext uri="{FF2B5EF4-FFF2-40B4-BE49-F238E27FC236}">
                <a16:creationId xmlns:a16="http://schemas.microsoft.com/office/drawing/2014/main" id="{F4E5E2E7-FDCA-C351-36F2-5F5E1217FE90}"/>
              </a:ext>
            </a:extLst>
          </p:cNvPr>
          <p:cNvSpPr/>
          <p:nvPr/>
        </p:nvSpPr>
        <p:spPr>
          <a:xfrm>
            <a:off x="297904" y="-1938911"/>
            <a:ext cx="4572673" cy="1750886"/>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0" i="0" dirty="0">
                <a:solidFill>
                  <a:srgbClr val="222222"/>
                </a:solidFill>
                <a:effectLst/>
              </a:rPr>
              <a:t>“You are Brandy. You are 28 years old. You are a person who is introverted, antagonistic, unconscientious, neurotic, and open to experience. You live in the town of Dewberry Hollow. You have a job and go to the office for work everyday. You have a cough and a fever. You go to work to earn money to support yourself. You know about the Catasat virus spreading across the country. It is an airborne virus causing an infectious disease that spreads from human to human. The deadliness of the virus is unknown. You check the newspaper and find that  0.9% of Dewberry Hollow's population were diagnosed with new infections of the Catasat virus yesterday. Should you stay at home for the entire day? Please provide your reasoning.</a:t>
            </a:r>
          </a:p>
          <a:p>
            <a:pPr algn="ctr"/>
            <a:endParaRPr lang="en-US" dirty="0"/>
          </a:p>
        </p:txBody>
      </p:sp>
      <p:sp>
        <p:nvSpPr>
          <p:cNvPr id="2" name="TextBox 1">
            <a:extLst>
              <a:ext uri="{FF2B5EF4-FFF2-40B4-BE49-F238E27FC236}">
                <a16:creationId xmlns:a16="http://schemas.microsoft.com/office/drawing/2014/main" id="{BEFEA444-9AEB-ADF9-770E-C9FC0554A7E6}"/>
              </a:ext>
            </a:extLst>
          </p:cNvPr>
          <p:cNvSpPr txBox="1"/>
          <p:nvPr/>
        </p:nvSpPr>
        <p:spPr>
          <a:xfrm>
            <a:off x="8613053" y="1306925"/>
            <a:ext cx="982440" cy="340966"/>
          </a:xfrm>
          <a:prstGeom prst="rect">
            <a:avLst/>
          </a:prstGeom>
          <a:noFill/>
        </p:spPr>
        <p:txBody>
          <a:bodyPr wrap="square" rtlCol="0">
            <a:spAutoFit/>
          </a:bodyPr>
          <a:lstStyle/>
          <a:p>
            <a:pPr algn="ctr"/>
            <a:r>
              <a:rPr lang="en-US" sz="1600" b="1" dirty="0">
                <a:latin typeface="Comic Sans MS" panose="030F0702030302020204" pitchFamily="66" charset="0"/>
              </a:rPr>
              <a:t>Brandy</a:t>
            </a:r>
          </a:p>
        </p:txBody>
      </p:sp>
      <p:sp>
        <p:nvSpPr>
          <p:cNvPr id="3" name="TextBox 2">
            <a:extLst>
              <a:ext uri="{FF2B5EF4-FFF2-40B4-BE49-F238E27FC236}">
                <a16:creationId xmlns:a16="http://schemas.microsoft.com/office/drawing/2014/main" id="{C4B75FDF-DAE0-6D03-6548-56F73F141CF3}"/>
              </a:ext>
            </a:extLst>
          </p:cNvPr>
          <p:cNvSpPr txBox="1"/>
          <p:nvPr/>
        </p:nvSpPr>
        <p:spPr>
          <a:xfrm>
            <a:off x="8452317" y="2431561"/>
            <a:ext cx="1559935" cy="1069393"/>
          </a:xfrm>
          <a:prstGeom prst="rect">
            <a:avLst/>
          </a:prstGeom>
          <a:noFill/>
        </p:spPr>
        <p:txBody>
          <a:bodyPr wrap="square" rtlCol="0">
            <a:spAutoFit/>
          </a:bodyPr>
          <a:lstStyle/>
          <a:p>
            <a:r>
              <a:rPr lang="en-US" sz="1050" b="1" dirty="0">
                <a:latin typeface="Comic Sans MS" panose="030F0702030302020204" pitchFamily="66" charset="0"/>
              </a:rPr>
              <a:t>Age: 28</a:t>
            </a:r>
            <a:endParaRPr lang="en-US" sz="1050" dirty="0">
              <a:latin typeface="Comic Sans MS" panose="030F0702030302020204" pitchFamily="66" charset="0"/>
            </a:endParaRPr>
          </a:p>
          <a:p>
            <a:r>
              <a:rPr lang="en-US" sz="1050" b="1" dirty="0">
                <a:latin typeface="Comic Sans MS" panose="030F0702030302020204" pitchFamily="66" charset="0"/>
              </a:rPr>
              <a:t>Traits: </a:t>
            </a:r>
            <a:r>
              <a:rPr lang="en-US" sz="1050" dirty="0">
                <a:latin typeface="Comic Sans MS" panose="030F0702030302020204" pitchFamily="66" charset="0"/>
              </a:rPr>
              <a:t>Introverted, Antagonistic, Unconscientious, Neurotic, Open to Experience</a:t>
            </a:r>
          </a:p>
        </p:txBody>
      </p:sp>
      <p:pic>
        <p:nvPicPr>
          <p:cNvPr id="4" name="Graphic 3" descr="Brain in head">
            <a:extLst>
              <a:ext uri="{FF2B5EF4-FFF2-40B4-BE49-F238E27FC236}">
                <a16:creationId xmlns:a16="http://schemas.microsoft.com/office/drawing/2014/main" id="{0A6A4326-411F-4FB1-C341-186374A096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74487" y="1589561"/>
            <a:ext cx="914400" cy="920913"/>
          </a:xfrm>
          <a:prstGeom prst="rect">
            <a:avLst/>
          </a:prstGeom>
        </p:spPr>
      </p:pic>
      <p:sp>
        <p:nvSpPr>
          <p:cNvPr id="5" name="TextBox 4">
            <a:extLst>
              <a:ext uri="{FF2B5EF4-FFF2-40B4-BE49-F238E27FC236}">
                <a16:creationId xmlns:a16="http://schemas.microsoft.com/office/drawing/2014/main" id="{20556E76-F334-039C-EB49-C3F371589862}"/>
              </a:ext>
            </a:extLst>
          </p:cNvPr>
          <p:cNvSpPr txBox="1"/>
          <p:nvPr/>
        </p:nvSpPr>
        <p:spPr>
          <a:xfrm>
            <a:off x="2360578" y="188068"/>
            <a:ext cx="4474723" cy="1200329"/>
          </a:xfrm>
          <a:prstGeom prst="rect">
            <a:avLst/>
          </a:prstGeom>
          <a:noFill/>
        </p:spPr>
        <p:txBody>
          <a:bodyPr wrap="square" rtlCol="0">
            <a:spAutoFit/>
          </a:bodyPr>
          <a:lstStyle/>
          <a:p>
            <a:r>
              <a:rPr lang="en-US" dirty="0">
                <a:latin typeface="Comic Sans MS" panose="030F0702030302020204" pitchFamily="66" charset="0"/>
              </a:rPr>
              <a:t>Names: Sample without replacement 1000 names out of the top 2000 (1000 female and 1000 male) in the United States (names-dataset 3.1.0)</a:t>
            </a:r>
          </a:p>
        </p:txBody>
      </p:sp>
      <p:sp>
        <p:nvSpPr>
          <p:cNvPr id="6" name="TextBox 5">
            <a:extLst>
              <a:ext uri="{FF2B5EF4-FFF2-40B4-BE49-F238E27FC236}">
                <a16:creationId xmlns:a16="http://schemas.microsoft.com/office/drawing/2014/main" id="{001F4429-2861-E8B2-8BB5-2D37EB5BA377}"/>
              </a:ext>
            </a:extLst>
          </p:cNvPr>
          <p:cNvSpPr txBox="1"/>
          <p:nvPr/>
        </p:nvSpPr>
        <p:spPr>
          <a:xfrm>
            <a:off x="5659154" y="-722801"/>
            <a:ext cx="8706196" cy="3816429"/>
          </a:xfrm>
          <a:custGeom>
            <a:avLst/>
            <a:gdLst>
              <a:gd name="connsiteX0" fmla="*/ 0 w 8706196"/>
              <a:gd name="connsiteY0" fmla="*/ 0 h 3816429"/>
              <a:gd name="connsiteX1" fmla="*/ 580413 w 8706196"/>
              <a:gd name="connsiteY1" fmla="*/ 0 h 3816429"/>
              <a:gd name="connsiteX2" fmla="*/ 1073764 w 8706196"/>
              <a:gd name="connsiteY2" fmla="*/ 0 h 3816429"/>
              <a:gd name="connsiteX3" fmla="*/ 1392991 w 8706196"/>
              <a:gd name="connsiteY3" fmla="*/ 0 h 3816429"/>
              <a:gd name="connsiteX4" fmla="*/ 2147528 w 8706196"/>
              <a:gd name="connsiteY4" fmla="*/ 0 h 3816429"/>
              <a:gd name="connsiteX5" fmla="*/ 2902065 w 8706196"/>
              <a:gd name="connsiteY5" fmla="*/ 0 h 3816429"/>
              <a:gd name="connsiteX6" fmla="*/ 3569540 w 8706196"/>
              <a:gd name="connsiteY6" fmla="*/ 0 h 3816429"/>
              <a:gd name="connsiteX7" fmla="*/ 4062891 w 8706196"/>
              <a:gd name="connsiteY7" fmla="*/ 0 h 3816429"/>
              <a:gd name="connsiteX8" fmla="*/ 4643305 w 8706196"/>
              <a:gd name="connsiteY8" fmla="*/ 0 h 3816429"/>
              <a:gd name="connsiteX9" fmla="*/ 5223718 w 8706196"/>
              <a:gd name="connsiteY9" fmla="*/ 0 h 3816429"/>
              <a:gd name="connsiteX10" fmla="*/ 5978255 w 8706196"/>
              <a:gd name="connsiteY10" fmla="*/ 0 h 3816429"/>
              <a:gd name="connsiteX11" fmla="*/ 6297482 w 8706196"/>
              <a:gd name="connsiteY11" fmla="*/ 0 h 3816429"/>
              <a:gd name="connsiteX12" fmla="*/ 6790833 w 8706196"/>
              <a:gd name="connsiteY12" fmla="*/ 0 h 3816429"/>
              <a:gd name="connsiteX13" fmla="*/ 7284184 w 8706196"/>
              <a:gd name="connsiteY13" fmla="*/ 0 h 3816429"/>
              <a:gd name="connsiteX14" fmla="*/ 7777535 w 8706196"/>
              <a:gd name="connsiteY14" fmla="*/ 0 h 3816429"/>
              <a:gd name="connsiteX15" fmla="*/ 8706196 w 8706196"/>
              <a:gd name="connsiteY15" fmla="*/ 0 h 3816429"/>
              <a:gd name="connsiteX16" fmla="*/ 8706196 w 8706196"/>
              <a:gd name="connsiteY16" fmla="*/ 468876 h 3816429"/>
              <a:gd name="connsiteX17" fmla="*/ 8706196 w 8706196"/>
              <a:gd name="connsiteY17" fmla="*/ 1090408 h 3816429"/>
              <a:gd name="connsiteX18" fmla="*/ 8706196 w 8706196"/>
              <a:gd name="connsiteY18" fmla="*/ 1521120 h 3816429"/>
              <a:gd name="connsiteX19" fmla="*/ 8706196 w 8706196"/>
              <a:gd name="connsiteY19" fmla="*/ 1989995 h 3816429"/>
              <a:gd name="connsiteX20" fmla="*/ 8706196 w 8706196"/>
              <a:gd name="connsiteY20" fmla="*/ 2458871 h 3816429"/>
              <a:gd name="connsiteX21" fmla="*/ 8706196 w 8706196"/>
              <a:gd name="connsiteY21" fmla="*/ 2927746 h 3816429"/>
              <a:gd name="connsiteX22" fmla="*/ 8706196 w 8706196"/>
              <a:gd name="connsiteY22" fmla="*/ 3816429 h 3816429"/>
              <a:gd name="connsiteX23" fmla="*/ 8212845 w 8706196"/>
              <a:gd name="connsiteY23" fmla="*/ 3816429 h 3816429"/>
              <a:gd name="connsiteX24" fmla="*/ 7632432 w 8706196"/>
              <a:gd name="connsiteY24" fmla="*/ 3816429 h 3816429"/>
              <a:gd name="connsiteX25" fmla="*/ 7313205 w 8706196"/>
              <a:gd name="connsiteY25" fmla="*/ 3816429 h 3816429"/>
              <a:gd name="connsiteX26" fmla="*/ 6819854 w 8706196"/>
              <a:gd name="connsiteY26" fmla="*/ 3816429 h 3816429"/>
              <a:gd name="connsiteX27" fmla="*/ 6239440 w 8706196"/>
              <a:gd name="connsiteY27" fmla="*/ 3816429 h 3816429"/>
              <a:gd name="connsiteX28" fmla="*/ 5484903 w 8706196"/>
              <a:gd name="connsiteY28" fmla="*/ 3816429 h 3816429"/>
              <a:gd name="connsiteX29" fmla="*/ 4904490 w 8706196"/>
              <a:gd name="connsiteY29" fmla="*/ 3816429 h 3816429"/>
              <a:gd name="connsiteX30" fmla="*/ 4585263 w 8706196"/>
              <a:gd name="connsiteY30" fmla="*/ 3816429 h 3816429"/>
              <a:gd name="connsiteX31" fmla="*/ 4178974 w 8706196"/>
              <a:gd name="connsiteY31" fmla="*/ 3816429 h 3816429"/>
              <a:gd name="connsiteX32" fmla="*/ 3859747 w 8706196"/>
              <a:gd name="connsiteY32" fmla="*/ 3816429 h 3816429"/>
              <a:gd name="connsiteX33" fmla="*/ 3105210 w 8706196"/>
              <a:gd name="connsiteY33" fmla="*/ 3816429 h 3816429"/>
              <a:gd name="connsiteX34" fmla="*/ 2350673 w 8706196"/>
              <a:gd name="connsiteY34" fmla="*/ 3816429 h 3816429"/>
              <a:gd name="connsiteX35" fmla="*/ 1596136 w 8706196"/>
              <a:gd name="connsiteY35" fmla="*/ 3816429 h 3816429"/>
              <a:gd name="connsiteX36" fmla="*/ 1189847 w 8706196"/>
              <a:gd name="connsiteY36" fmla="*/ 3816429 h 3816429"/>
              <a:gd name="connsiteX37" fmla="*/ 696496 w 8706196"/>
              <a:gd name="connsiteY37" fmla="*/ 3816429 h 3816429"/>
              <a:gd name="connsiteX38" fmla="*/ 0 w 8706196"/>
              <a:gd name="connsiteY38" fmla="*/ 3816429 h 3816429"/>
              <a:gd name="connsiteX39" fmla="*/ 0 w 8706196"/>
              <a:gd name="connsiteY39" fmla="*/ 3309389 h 3816429"/>
              <a:gd name="connsiteX40" fmla="*/ 0 w 8706196"/>
              <a:gd name="connsiteY40" fmla="*/ 2764185 h 3816429"/>
              <a:gd name="connsiteX41" fmla="*/ 0 w 8706196"/>
              <a:gd name="connsiteY41" fmla="*/ 2180817 h 3816429"/>
              <a:gd name="connsiteX42" fmla="*/ 0 w 8706196"/>
              <a:gd name="connsiteY42" fmla="*/ 1597448 h 3816429"/>
              <a:gd name="connsiteX43" fmla="*/ 0 w 8706196"/>
              <a:gd name="connsiteY43" fmla="*/ 1052244 h 3816429"/>
              <a:gd name="connsiteX44" fmla="*/ 0 w 8706196"/>
              <a:gd name="connsiteY44" fmla="*/ 507040 h 3816429"/>
              <a:gd name="connsiteX45" fmla="*/ 0 w 8706196"/>
              <a:gd name="connsiteY45" fmla="*/ 0 h 3816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8706196" h="3816429" fill="none" extrusionOk="0">
                <a:moveTo>
                  <a:pt x="0" y="0"/>
                </a:moveTo>
                <a:cubicBezTo>
                  <a:pt x="129794" y="-44351"/>
                  <a:pt x="299346" y="58275"/>
                  <a:pt x="580413" y="0"/>
                </a:cubicBezTo>
                <a:cubicBezTo>
                  <a:pt x="861480" y="-58275"/>
                  <a:pt x="948673" y="57355"/>
                  <a:pt x="1073764" y="0"/>
                </a:cubicBezTo>
                <a:cubicBezTo>
                  <a:pt x="1198855" y="-57355"/>
                  <a:pt x="1291984" y="14665"/>
                  <a:pt x="1392991" y="0"/>
                </a:cubicBezTo>
                <a:cubicBezTo>
                  <a:pt x="1493998" y="-14665"/>
                  <a:pt x="1893981" y="34340"/>
                  <a:pt x="2147528" y="0"/>
                </a:cubicBezTo>
                <a:cubicBezTo>
                  <a:pt x="2401075" y="-34340"/>
                  <a:pt x="2654351" y="1805"/>
                  <a:pt x="2902065" y="0"/>
                </a:cubicBezTo>
                <a:cubicBezTo>
                  <a:pt x="3149779" y="-1805"/>
                  <a:pt x="3335018" y="17338"/>
                  <a:pt x="3569540" y="0"/>
                </a:cubicBezTo>
                <a:cubicBezTo>
                  <a:pt x="3804062" y="-17338"/>
                  <a:pt x="3835249" y="479"/>
                  <a:pt x="4062891" y="0"/>
                </a:cubicBezTo>
                <a:cubicBezTo>
                  <a:pt x="4290533" y="-479"/>
                  <a:pt x="4380134" y="33549"/>
                  <a:pt x="4643305" y="0"/>
                </a:cubicBezTo>
                <a:cubicBezTo>
                  <a:pt x="4906476" y="-33549"/>
                  <a:pt x="5089174" y="61214"/>
                  <a:pt x="5223718" y="0"/>
                </a:cubicBezTo>
                <a:cubicBezTo>
                  <a:pt x="5358262" y="-61214"/>
                  <a:pt x="5693331" y="23847"/>
                  <a:pt x="5978255" y="0"/>
                </a:cubicBezTo>
                <a:cubicBezTo>
                  <a:pt x="6263179" y="-23847"/>
                  <a:pt x="6154572" y="4703"/>
                  <a:pt x="6297482" y="0"/>
                </a:cubicBezTo>
                <a:cubicBezTo>
                  <a:pt x="6440392" y="-4703"/>
                  <a:pt x="6684900" y="41916"/>
                  <a:pt x="6790833" y="0"/>
                </a:cubicBezTo>
                <a:cubicBezTo>
                  <a:pt x="6896766" y="-41916"/>
                  <a:pt x="7141218" y="46887"/>
                  <a:pt x="7284184" y="0"/>
                </a:cubicBezTo>
                <a:cubicBezTo>
                  <a:pt x="7427150" y="-46887"/>
                  <a:pt x="7617117" y="6916"/>
                  <a:pt x="7777535" y="0"/>
                </a:cubicBezTo>
                <a:cubicBezTo>
                  <a:pt x="7937953" y="-6916"/>
                  <a:pt x="8359133" y="105344"/>
                  <a:pt x="8706196" y="0"/>
                </a:cubicBezTo>
                <a:cubicBezTo>
                  <a:pt x="8738152" y="167622"/>
                  <a:pt x="8667581" y="240015"/>
                  <a:pt x="8706196" y="468876"/>
                </a:cubicBezTo>
                <a:cubicBezTo>
                  <a:pt x="8744811" y="697737"/>
                  <a:pt x="8637238" y="794024"/>
                  <a:pt x="8706196" y="1090408"/>
                </a:cubicBezTo>
                <a:cubicBezTo>
                  <a:pt x="8775154" y="1386792"/>
                  <a:pt x="8706027" y="1366925"/>
                  <a:pt x="8706196" y="1521120"/>
                </a:cubicBezTo>
                <a:cubicBezTo>
                  <a:pt x="8706365" y="1675315"/>
                  <a:pt x="8653183" y="1772451"/>
                  <a:pt x="8706196" y="1989995"/>
                </a:cubicBezTo>
                <a:cubicBezTo>
                  <a:pt x="8759209" y="2207539"/>
                  <a:pt x="8702001" y="2302133"/>
                  <a:pt x="8706196" y="2458871"/>
                </a:cubicBezTo>
                <a:cubicBezTo>
                  <a:pt x="8710391" y="2615609"/>
                  <a:pt x="8689010" y="2817119"/>
                  <a:pt x="8706196" y="2927746"/>
                </a:cubicBezTo>
                <a:cubicBezTo>
                  <a:pt x="8723382" y="3038374"/>
                  <a:pt x="8659439" y="3458006"/>
                  <a:pt x="8706196" y="3816429"/>
                </a:cubicBezTo>
                <a:cubicBezTo>
                  <a:pt x="8510401" y="3861129"/>
                  <a:pt x="8383447" y="3773320"/>
                  <a:pt x="8212845" y="3816429"/>
                </a:cubicBezTo>
                <a:cubicBezTo>
                  <a:pt x="8042243" y="3859538"/>
                  <a:pt x="7861219" y="3768769"/>
                  <a:pt x="7632432" y="3816429"/>
                </a:cubicBezTo>
                <a:cubicBezTo>
                  <a:pt x="7403645" y="3864089"/>
                  <a:pt x="7443770" y="3813608"/>
                  <a:pt x="7313205" y="3816429"/>
                </a:cubicBezTo>
                <a:cubicBezTo>
                  <a:pt x="7182640" y="3819250"/>
                  <a:pt x="7003033" y="3802306"/>
                  <a:pt x="6819854" y="3816429"/>
                </a:cubicBezTo>
                <a:cubicBezTo>
                  <a:pt x="6636675" y="3830552"/>
                  <a:pt x="6440264" y="3761277"/>
                  <a:pt x="6239440" y="3816429"/>
                </a:cubicBezTo>
                <a:cubicBezTo>
                  <a:pt x="6038616" y="3871581"/>
                  <a:pt x="5728081" y="3805810"/>
                  <a:pt x="5484903" y="3816429"/>
                </a:cubicBezTo>
                <a:cubicBezTo>
                  <a:pt x="5241725" y="3827048"/>
                  <a:pt x="5046679" y="3799483"/>
                  <a:pt x="4904490" y="3816429"/>
                </a:cubicBezTo>
                <a:cubicBezTo>
                  <a:pt x="4762301" y="3833375"/>
                  <a:pt x="4689782" y="3807607"/>
                  <a:pt x="4585263" y="3816429"/>
                </a:cubicBezTo>
                <a:cubicBezTo>
                  <a:pt x="4480744" y="3825251"/>
                  <a:pt x="4301767" y="3809278"/>
                  <a:pt x="4178974" y="3816429"/>
                </a:cubicBezTo>
                <a:cubicBezTo>
                  <a:pt x="4056181" y="3823580"/>
                  <a:pt x="4016345" y="3800595"/>
                  <a:pt x="3859747" y="3816429"/>
                </a:cubicBezTo>
                <a:cubicBezTo>
                  <a:pt x="3703149" y="3832263"/>
                  <a:pt x="3480417" y="3809868"/>
                  <a:pt x="3105210" y="3816429"/>
                </a:cubicBezTo>
                <a:cubicBezTo>
                  <a:pt x="2730003" y="3822990"/>
                  <a:pt x="2613787" y="3741371"/>
                  <a:pt x="2350673" y="3816429"/>
                </a:cubicBezTo>
                <a:cubicBezTo>
                  <a:pt x="2087559" y="3891487"/>
                  <a:pt x="1755663" y="3748242"/>
                  <a:pt x="1596136" y="3816429"/>
                </a:cubicBezTo>
                <a:cubicBezTo>
                  <a:pt x="1436609" y="3884616"/>
                  <a:pt x="1355913" y="3783455"/>
                  <a:pt x="1189847" y="3816429"/>
                </a:cubicBezTo>
                <a:cubicBezTo>
                  <a:pt x="1023781" y="3849403"/>
                  <a:pt x="919485" y="3809351"/>
                  <a:pt x="696496" y="3816429"/>
                </a:cubicBezTo>
                <a:cubicBezTo>
                  <a:pt x="473507" y="3823507"/>
                  <a:pt x="188069" y="3779407"/>
                  <a:pt x="0" y="3816429"/>
                </a:cubicBezTo>
                <a:cubicBezTo>
                  <a:pt x="-6227" y="3618579"/>
                  <a:pt x="51922" y="3440356"/>
                  <a:pt x="0" y="3309389"/>
                </a:cubicBezTo>
                <a:cubicBezTo>
                  <a:pt x="-51922" y="3178422"/>
                  <a:pt x="57978" y="2976371"/>
                  <a:pt x="0" y="2764185"/>
                </a:cubicBezTo>
                <a:cubicBezTo>
                  <a:pt x="-57978" y="2551999"/>
                  <a:pt x="67347" y="2394521"/>
                  <a:pt x="0" y="2180817"/>
                </a:cubicBezTo>
                <a:cubicBezTo>
                  <a:pt x="-67347" y="1967113"/>
                  <a:pt x="2961" y="1746923"/>
                  <a:pt x="0" y="1597448"/>
                </a:cubicBezTo>
                <a:cubicBezTo>
                  <a:pt x="-2961" y="1447973"/>
                  <a:pt x="50651" y="1170010"/>
                  <a:pt x="0" y="1052244"/>
                </a:cubicBezTo>
                <a:cubicBezTo>
                  <a:pt x="-50651" y="934478"/>
                  <a:pt x="15810" y="726597"/>
                  <a:pt x="0" y="507040"/>
                </a:cubicBezTo>
                <a:cubicBezTo>
                  <a:pt x="-15810" y="287483"/>
                  <a:pt x="46336" y="203878"/>
                  <a:pt x="0" y="0"/>
                </a:cubicBezTo>
                <a:close/>
              </a:path>
              <a:path w="8706196" h="3816429" stroke="0" extrusionOk="0">
                <a:moveTo>
                  <a:pt x="0" y="0"/>
                </a:moveTo>
                <a:cubicBezTo>
                  <a:pt x="199521" y="-41767"/>
                  <a:pt x="269155" y="43598"/>
                  <a:pt x="406289" y="0"/>
                </a:cubicBezTo>
                <a:cubicBezTo>
                  <a:pt x="543423" y="-43598"/>
                  <a:pt x="871583" y="868"/>
                  <a:pt x="1073764" y="0"/>
                </a:cubicBezTo>
                <a:cubicBezTo>
                  <a:pt x="1275946" y="-868"/>
                  <a:pt x="1497894" y="43601"/>
                  <a:pt x="1654177" y="0"/>
                </a:cubicBezTo>
                <a:cubicBezTo>
                  <a:pt x="1810460" y="-43601"/>
                  <a:pt x="2122169" y="63461"/>
                  <a:pt x="2408714" y="0"/>
                </a:cubicBezTo>
                <a:cubicBezTo>
                  <a:pt x="2695259" y="-63461"/>
                  <a:pt x="2799522" y="37224"/>
                  <a:pt x="3076189" y="0"/>
                </a:cubicBezTo>
                <a:cubicBezTo>
                  <a:pt x="3352857" y="-37224"/>
                  <a:pt x="3661895" y="1091"/>
                  <a:pt x="3830726" y="0"/>
                </a:cubicBezTo>
                <a:cubicBezTo>
                  <a:pt x="3999557" y="-1091"/>
                  <a:pt x="4147634" y="18151"/>
                  <a:pt x="4324077" y="0"/>
                </a:cubicBezTo>
                <a:cubicBezTo>
                  <a:pt x="4500520" y="-18151"/>
                  <a:pt x="4567593" y="35063"/>
                  <a:pt x="4643305" y="0"/>
                </a:cubicBezTo>
                <a:cubicBezTo>
                  <a:pt x="4719017" y="-35063"/>
                  <a:pt x="4815032" y="6416"/>
                  <a:pt x="4962532" y="0"/>
                </a:cubicBezTo>
                <a:cubicBezTo>
                  <a:pt x="5110032" y="-6416"/>
                  <a:pt x="5244314" y="34054"/>
                  <a:pt x="5368821" y="0"/>
                </a:cubicBezTo>
                <a:cubicBezTo>
                  <a:pt x="5493328" y="-34054"/>
                  <a:pt x="5888714" y="54699"/>
                  <a:pt x="6036296" y="0"/>
                </a:cubicBezTo>
                <a:cubicBezTo>
                  <a:pt x="6183879" y="-54699"/>
                  <a:pt x="6522049" y="39663"/>
                  <a:pt x="6703771" y="0"/>
                </a:cubicBezTo>
                <a:cubicBezTo>
                  <a:pt x="6885494" y="-39663"/>
                  <a:pt x="6959228" y="29654"/>
                  <a:pt x="7197122" y="0"/>
                </a:cubicBezTo>
                <a:cubicBezTo>
                  <a:pt x="7435016" y="-29654"/>
                  <a:pt x="7545286" y="55722"/>
                  <a:pt x="7777535" y="0"/>
                </a:cubicBezTo>
                <a:cubicBezTo>
                  <a:pt x="8009784" y="-55722"/>
                  <a:pt x="8465617" y="36469"/>
                  <a:pt x="8706196" y="0"/>
                </a:cubicBezTo>
                <a:cubicBezTo>
                  <a:pt x="8706275" y="207279"/>
                  <a:pt x="8688684" y="327140"/>
                  <a:pt x="8706196" y="430711"/>
                </a:cubicBezTo>
                <a:cubicBezTo>
                  <a:pt x="8723708" y="534282"/>
                  <a:pt x="8705157" y="720645"/>
                  <a:pt x="8706196" y="937751"/>
                </a:cubicBezTo>
                <a:cubicBezTo>
                  <a:pt x="8707235" y="1154857"/>
                  <a:pt x="8682533" y="1269623"/>
                  <a:pt x="8706196" y="1406627"/>
                </a:cubicBezTo>
                <a:cubicBezTo>
                  <a:pt x="8729859" y="1543631"/>
                  <a:pt x="8685742" y="1796149"/>
                  <a:pt x="8706196" y="1913667"/>
                </a:cubicBezTo>
                <a:cubicBezTo>
                  <a:pt x="8726650" y="2031185"/>
                  <a:pt x="8676154" y="2250262"/>
                  <a:pt x="8706196" y="2497035"/>
                </a:cubicBezTo>
                <a:cubicBezTo>
                  <a:pt x="8736238" y="2743808"/>
                  <a:pt x="8703829" y="2931485"/>
                  <a:pt x="8706196" y="3042239"/>
                </a:cubicBezTo>
                <a:cubicBezTo>
                  <a:pt x="8708563" y="3152993"/>
                  <a:pt x="8634557" y="3444129"/>
                  <a:pt x="8706196" y="3816429"/>
                </a:cubicBezTo>
                <a:cubicBezTo>
                  <a:pt x="8495579" y="3843281"/>
                  <a:pt x="8326496" y="3800256"/>
                  <a:pt x="8212845" y="3816429"/>
                </a:cubicBezTo>
                <a:cubicBezTo>
                  <a:pt x="8099194" y="3832602"/>
                  <a:pt x="7790684" y="3752820"/>
                  <a:pt x="7632432" y="3816429"/>
                </a:cubicBezTo>
                <a:cubicBezTo>
                  <a:pt x="7474180" y="3880038"/>
                  <a:pt x="7230310" y="3728409"/>
                  <a:pt x="6877895" y="3816429"/>
                </a:cubicBezTo>
                <a:cubicBezTo>
                  <a:pt x="6525480" y="3904449"/>
                  <a:pt x="6586385" y="3783785"/>
                  <a:pt x="6384544" y="3816429"/>
                </a:cubicBezTo>
                <a:cubicBezTo>
                  <a:pt x="6182703" y="3849073"/>
                  <a:pt x="5928219" y="3809688"/>
                  <a:pt x="5717069" y="3816429"/>
                </a:cubicBezTo>
                <a:cubicBezTo>
                  <a:pt x="5505919" y="3823170"/>
                  <a:pt x="5283113" y="3731115"/>
                  <a:pt x="4962532" y="3816429"/>
                </a:cubicBezTo>
                <a:cubicBezTo>
                  <a:pt x="4641951" y="3901743"/>
                  <a:pt x="4777526" y="3783214"/>
                  <a:pt x="4643305" y="3816429"/>
                </a:cubicBezTo>
                <a:cubicBezTo>
                  <a:pt x="4509084" y="3849644"/>
                  <a:pt x="4479275" y="3793688"/>
                  <a:pt x="4324077" y="3816429"/>
                </a:cubicBezTo>
                <a:cubicBezTo>
                  <a:pt x="4168879" y="3839170"/>
                  <a:pt x="3982422" y="3743783"/>
                  <a:pt x="3656602" y="3816429"/>
                </a:cubicBezTo>
                <a:cubicBezTo>
                  <a:pt x="3330783" y="3889075"/>
                  <a:pt x="3203605" y="3785803"/>
                  <a:pt x="2902065" y="3816429"/>
                </a:cubicBezTo>
                <a:cubicBezTo>
                  <a:pt x="2600525" y="3847055"/>
                  <a:pt x="2311023" y="3726344"/>
                  <a:pt x="2147528" y="3816429"/>
                </a:cubicBezTo>
                <a:cubicBezTo>
                  <a:pt x="1984033" y="3906514"/>
                  <a:pt x="1936657" y="3793851"/>
                  <a:pt x="1828301" y="3816429"/>
                </a:cubicBezTo>
                <a:cubicBezTo>
                  <a:pt x="1719945" y="3839007"/>
                  <a:pt x="1546322" y="3812179"/>
                  <a:pt x="1422012" y="3816429"/>
                </a:cubicBezTo>
                <a:cubicBezTo>
                  <a:pt x="1297702" y="3820679"/>
                  <a:pt x="1183304" y="3804820"/>
                  <a:pt x="1015723" y="3816429"/>
                </a:cubicBezTo>
                <a:cubicBezTo>
                  <a:pt x="848142" y="3828038"/>
                  <a:pt x="712252" y="3814963"/>
                  <a:pt x="609434" y="3816429"/>
                </a:cubicBezTo>
                <a:cubicBezTo>
                  <a:pt x="506616" y="3817895"/>
                  <a:pt x="248020" y="3770646"/>
                  <a:pt x="0" y="3816429"/>
                </a:cubicBezTo>
                <a:cubicBezTo>
                  <a:pt x="-49736" y="3647973"/>
                  <a:pt x="22333" y="3496647"/>
                  <a:pt x="0" y="3271225"/>
                </a:cubicBezTo>
                <a:cubicBezTo>
                  <a:pt x="-22333" y="3045803"/>
                  <a:pt x="28437" y="3043880"/>
                  <a:pt x="0" y="2840514"/>
                </a:cubicBezTo>
                <a:cubicBezTo>
                  <a:pt x="-28437" y="2637148"/>
                  <a:pt x="36605" y="2590875"/>
                  <a:pt x="0" y="2371638"/>
                </a:cubicBezTo>
                <a:cubicBezTo>
                  <a:pt x="-36605" y="2152401"/>
                  <a:pt x="73314" y="1949714"/>
                  <a:pt x="0" y="1750105"/>
                </a:cubicBezTo>
                <a:cubicBezTo>
                  <a:pt x="-73314" y="1550496"/>
                  <a:pt x="38079" y="1253485"/>
                  <a:pt x="0" y="1128573"/>
                </a:cubicBezTo>
                <a:cubicBezTo>
                  <a:pt x="-38079" y="1003661"/>
                  <a:pt x="22808" y="805404"/>
                  <a:pt x="0" y="697861"/>
                </a:cubicBezTo>
                <a:cubicBezTo>
                  <a:pt x="-22808" y="590318"/>
                  <a:pt x="54450" y="236793"/>
                  <a:pt x="0" y="0"/>
                </a:cubicBezTo>
                <a:close/>
              </a:path>
            </a:pathLst>
          </a:custGeom>
          <a:solidFill>
            <a:schemeClr val="bg1"/>
          </a:solidFill>
          <a:ln>
            <a:solidFill>
              <a:schemeClr val="bg1">
                <a:lumMod val="50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“You are Brandy. You are 28 years old. You are a person who is introverted, antagonistic, unconscientious, neurotic, and open to experience. </a:t>
            </a:r>
          </a:p>
          <a:p>
            <a:pPr algn="l"/>
            <a:r>
              <a:rPr lang="en-US" sz="1100" b="0" i="0" dirty="0">
                <a:solidFill>
                  <a:srgbClr val="222222"/>
                </a:solidFill>
                <a:effectLst/>
              </a:rPr>
              <a:t>You live in the town of Dewberry Hollow. </a:t>
            </a:r>
          </a:p>
          <a:p>
            <a:pPr algn="l"/>
            <a:r>
              <a:rPr lang="en-US" sz="1100" b="0" i="0" dirty="0">
                <a:solidFill>
                  <a:srgbClr val="222222"/>
                </a:solidFill>
                <a:effectLst/>
              </a:rPr>
              <a:t>You have a job and go to the office for work everyday.</a:t>
            </a:r>
          </a:p>
          <a:p>
            <a:pPr algn="l"/>
            <a:r>
              <a:rPr lang="en-US" sz="1100" b="0" i="0" dirty="0">
                <a:solidFill>
                  <a:srgbClr val="222222"/>
                </a:solidFill>
                <a:effectLst/>
              </a:rPr>
              <a:t>You have a cough and a fever.</a:t>
            </a:r>
          </a:p>
          <a:p>
            <a:pPr algn="l"/>
            <a:r>
              <a:rPr lang="en-US" sz="1100" b="0" i="0" dirty="0">
                <a:solidFill>
                  <a:srgbClr val="222222"/>
                </a:solidFill>
                <a:effectLst/>
              </a:rPr>
              <a:t>You go to work to earn money to support yourself. You know about the </a:t>
            </a:r>
            <a:r>
              <a:rPr lang="en-US" sz="1100" b="0" i="0" dirty="0" err="1">
                <a:solidFill>
                  <a:srgbClr val="222222"/>
                </a:solidFill>
                <a:effectLst/>
              </a:rPr>
              <a:t>Catasat</a:t>
            </a:r>
            <a:r>
              <a:rPr lang="en-US" sz="1100" b="0" i="0" dirty="0">
                <a:solidFill>
                  <a:srgbClr val="222222"/>
                </a:solidFill>
                <a:effectLst/>
              </a:rPr>
              <a:t> virus spreading across the country. It is an airborne virus causing an infectious disease that spreads from human to human. The deadliness of the virus is unknown. You check the newspaper and find that  0.9% of Dewberry Hollow's population were diagnosed with new infections of the </a:t>
            </a:r>
            <a:r>
              <a:rPr lang="en-US" sz="1100" b="0" i="0" dirty="0" err="1">
                <a:solidFill>
                  <a:srgbClr val="222222"/>
                </a:solidFill>
                <a:effectLst/>
              </a:rPr>
              <a:t>Catasat</a:t>
            </a:r>
            <a:r>
              <a:rPr lang="en-US" sz="1100" b="0" i="0" dirty="0">
                <a:solidFill>
                  <a:srgbClr val="222222"/>
                </a:solidFill>
                <a:effectLst/>
              </a:rPr>
              <a:t> virus yesterday. Should you stay at home for the entire day? Please provide your reasoning.</a:t>
            </a:r>
          </a:p>
          <a:p>
            <a:pPr algn="l"/>
            <a:endParaRPr lang="en-US" sz="1100" b="0" i="0" dirty="0">
              <a:solidFill>
                <a:srgbClr val="222222"/>
              </a:solidFill>
              <a:effectLst/>
            </a:endParaRPr>
          </a:p>
          <a:p>
            <a:pPr algn="l"/>
            <a:r>
              <a:rPr lang="en-US" sz="1100" b="0" i="0" dirty="0">
                <a:solidFill>
                  <a:srgbClr val="222222"/>
                </a:solidFill>
                <a:effectLst/>
              </a:rPr>
              <a:t> If the answer is "Yes", please state your reasoning as "Reasoning: [explanation]." </a:t>
            </a:r>
          </a:p>
          <a:p>
            <a:pPr algn="l"/>
            <a:r>
              <a:rPr lang="en-US" sz="1100" b="0" i="0" dirty="0">
                <a:solidFill>
                  <a:srgbClr val="222222"/>
                </a:solidFill>
                <a:effectLst/>
              </a:rPr>
              <a:t>          If the answer is "No", please state your reasoning as "Reasoning: [explanation]."</a:t>
            </a:r>
          </a:p>
          <a:p>
            <a:pPr algn="l"/>
            <a:endParaRPr lang="en-US" sz="1100" b="0" i="0" dirty="0">
              <a:solidFill>
                <a:srgbClr val="222222"/>
              </a:solidFill>
              <a:effectLst/>
            </a:endParaRPr>
          </a:p>
          <a:p>
            <a:pPr algn="l"/>
            <a:r>
              <a:rPr lang="en-US" sz="1100" b="0" i="0" dirty="0">
                <a:solidFill>
                  <a:srgbClr val="222222"/>
                </a:solidFill>
                <a:effectLst/>
              </a:rPr>
              <a:t>        The format should be as follow:</a:t>
            </a:r>
          </a:p>
          <a:p>
            <a:pPr algn="l"/>
            <a:r>
              <a:rPr lang="en-US" sz="1100" b="0" i="0" dirty="0">
                <a:solidFill>
                  <a:srgbClr val="222222"/>
                </a:solidFill>
                <a:effectLst/>
              </a:rPr>
              <a:t>        Reasoning:</a:t>
            </a:r>
          </a:p>
          <a:p>
            <a:pPr algn="l"/>
            <a:r>
              <a:rPr lang="en-US" sz="1100" b="0" i="0" dirty="0">
                <a:solidFill>
                  <a:srgbClr val="222222"/>
                </a:solidFill>
                <a:effectLst/>
              </a:rPr>
              <a:t>        Response:</a:t>
            </a:r>
          </a:p>
          <a:p>
            <a:pPr algn="l"/>
            <a:endParaRPr lang="en-US" sz="1100" b="0" i="0" dirty="0">
              <a:solidFill>
                <a:srgbClr val="222222"/>
              </a:solidFill>
              <a:effectLst/>
            </a:endParaRPr>
          </a:p>
          <a:p>
            <a:pPr algn="l"/>
            <a:r>
              <a:rPr lang="en-US" sz="1100" b="0" i="0" dirty="0">
                <a:solidFill>
                  <a:srgbClr val="222222"/>
                </a:solidFill>
                <a:effectLst/>
              </a:rPr>
              <a:t>        Example of response format:</a:t>
            </a:r>
          </a:p>
          <a:p>
            <a:pPr algn="l"/>
            <a:r>
              <a:rPr lang="en-US" sz="1100" b="0" i="0" dirty="0">
                <a:solidFill>
                  <a:srgbClr val="222222"/>
                </a:solidFill>
                <a:effectLst/>
              </a:rPr>
              <a:t>        Reasoning: You are tired.</a:t>
            </a:r>
          </a:p>
          <a:p>
            <a:pPr algn="l"/>
            <a:r>
              <a:rPr lang="en-US" sz="1100" b="0" i="0" dirty="0">
                <a:solidFill>
                  <a:srgbClr val="222222"/>
                </a:solidFill>
                <a:effectLst/>
              </a:rPr>
              <a:t>        Response: Yes</a:t>
            </a:r>
          </a:p>
          <a:p>
            <a:pPr algn="l"/>
            <a:endParaRPr lang="en-US" sz="1100" b="0" i="0" dirty="0">
              <a:solidFill>
                <a:srgbClr val="222222"/>
              </a:solidFill>
              <a:effectLst/>
            </a:endParaRPr>
          </a:p>
          <a:p>
            <a:pPr algn="l"/>
            <a:r>
              <a:rPr lang="en-US" sz="1100" b="0" i="0" dirty="0">
                <a:solidFill>
                  <a:srgbClr val="222222"/>
                </a:solidFill>
                <a:effectLst/>
              </a:rPr>
              <a:t>        You have to provide Response in a single word; it must be either "Yes" or "No".</a:t>
            </a:r>
          </a:p>
          <a:p>
            <a:pPr algn="l"/>
            <a:endParaRPr lang="en-US" sz="1100" b="0" i="0" dirty="0">
              <a:solidFill>
                <a:srgbClr val="222222"/>
              </a:solidFill>
              <a:effectLst/>
            </a:endParaRPr>
          </a:p>
        </p:txBody>
      </p:sp>
      <p:sp>
        <p:nvSpPr>
          <p:cNvPr id="7" name="Arrow: Right 6">
            <a:extLst>
              <a:ext uri="{FF2B5EF4-FFF2-40B4-BE49-F238E27FC236}">
                <a16:creationId xmlns:a16="http://schemas.microsoft.com/office/drawing/2014/main" id="{680C7FD9-D87D-39B0-4B1C-87C4C438DD33}"/>
              </a:ext>
            </a:extLst>
          </p:cNvPr>
          <p:cNvSpPr/>
          <p:nvPr/>
        </p:nvSpPr>
        <p:spPr>
          <a:xfrm rot="969575">
            <a:off x="6840500" y="1089847"/>
            <a:ext cx="1777752" cy="19113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056F861-314D-724D-0FF0-C504DCA04545}"/>
              </a:ext>
            </a:extLst>
          </p:cNvPr>
          <p:cNvSpPr txBox="1"/>
          <p:nvPr/>
        </p:nvSpPr>
        <p:spPr>
          <a:xfrm>
            <a:off x="140416" y="394692"/>
            <a:ext cx="10248900" cy="6463308"/>
          </a:xfrm>
          <a:prstGeom prst="rect">
            <a:avLst/>
          </a:prstGeom>
          <a:noFill/>
        </p:spPr>
        <p:txBody>
          <a:bodyPr wrap="square" rtlCol="0">
            <a:spAutoFit/>
          </a:bodyPr>
          <a:lstStyle/>
          <a:p>
            <a:r>
              <a:rPr lang="en-US" dirty="0"/>
              <a:t> You are Brandy. You are 28 years old. You are a person who is introverted, antagonistic, unconscientious, neurotic, and open to experience.</a:t>
            </a:r>
          </a:p>
          <a:p>
            <a:r>
              <a:rPr lang="en-US" dirty="0"/>
              <a:t>        You live in the town of Dewberry Hollow. You have a job and go to the office for work everyday.</a:t>
            </a:r>
          </a:p>
          <a:p>
            <a:r>
              <a:rPr lang="en-US" dirty="0"/>
              <a:t>        You have a cough and a fever.</a:t>
            </a:r>
          </a:p>
          <a:p>
            <a:r>
              <a:rPr lang="en-US" dirty="0"/>
              <a:t>        You go to work to earn money to support yourself.</a:t>
            </a:r>
          </a:p>
          <a:p>
            <a:r>
              <a:rPr lang="en-US" dirty="0"/>
              <a:t>        You know about the </a:t>
            </a:r>
            <a:r>
              <a:rPr lang="en-US" dirty="0" err="1"/>
              <a:t>Catasat</a:t>
            </a:r>
            <a:r>
              <a:rPr lang="en-US" dirty="0"/>
              <a:t> virus spreading across the country. It is an airborne virus causing an infectious disease that spreads from human to human. The deadliness of the virus is unknown.</a:t>
            </a:r>
          </a:p>
          <a:p>
            <a:r>
              <a:rPr lang="en-US" dirty="0"/>
              <a:t>        You check the newspaper and find that  0.9% of Dewberry Hollow's population were diagnosed with new infections of the </a:t>
            </a:r>
            <a:r>
              <a:rPr lang="en-US" dirty="0" err="1"/>
              <a:t>Catasat</a:t>
            </a:r>
            <a:r>
              <a:rPr lang="en-US" dirty="0"/>
              <a:t> virus yesterday.</a:t>
            </a:r>
          </a:p>
          <a:p>
            <a:r>
              <a:rPr lang="en-US" dirty="0"/>
              <a:t>        Should you stay at home for the entire day? Please provide your reasoning.</a:t>
            </a:r>
          </a:p>
          <a:p>
            <a:endParaRPr lang="en-US" dirty="0"/>
          </a:p>
          <a:p>
            <a:r>
              <a:rPr lang="en-US" dirty="0"/>
              <a:t>        If the answer is "Yes", please state your reasoning as "Reasoning: [explanation]."</a:t>
            </a:r>
          </a:p>
          <a:p>
            <a:r>
              <a:rPr lang="en-US" dirty="0"/>
              <a:t>        If the answer is "No", please state your reasoning as "Reasoning: [explanation]."</a:t>
            </a:r>
          </a:p>
          <a:p>
            <a:endParaRPr lang="en-US" dirty="0"/>
          </a:p>
          <a:p>
            <a:r>
              <a:rPr lang="en-US" dirty="0"/>
              <a:t>        The format should be as follow:</a:t>
            </a:r>
          </a:p>
          <a:p>
            <a:r>
              <a:rPr lang="en-US" dirty="0"/>
              <a:t>        Reasoning:</a:t>
            </a:r>
          </a:p>
          <a:p>
            <a:r>
              <a:rPr lang="en-US" dirty="0"/>
              <a:t>        Response:</a:t>
            </a:r>
          </a:p>
          <a:p>
            <a:endParaRPr lang="en-US" dirty="0"/>
          </a:p>
          <a:p>
            <a:r>
              <a:rPr lang="en-US" dirty="0"/>
              <a:t>        Example of response format:</a:t>
            </a:r>
          </a:p>
          <a:p>
            <a:r>
              <a:rPr lang="en-US" dirty="0"/>
              <a:t>        Reasoning: You are tired.</a:t>
            </a:r>
          </a:p>
          <a:p>
            <a:r>
              <a:rPr lang="en-US" dirty="0"/>
              <a:t>        Response: Yes</a:t>
            </a:r>
          </a:p>
          <a:p>
            <a:endParaRPr lang="en-US" dirty="0"/>
          </a:p>
          <a:p>
            <a:r>
              <a:rPr lang="en-US" dirty="0"/>
              <a:t>        You have to provide Response in a single word; it must be either "Yes" or "No".</a:t>
            </a:r>
          </a:p>
        </p:txBody>
      </p:sp>
    </p:spTree>
    <p:extLst>
      <p:ext uri="{BB962C8B-B14F-4D97-AF65-F5344CB8AC3E}">
        <p14:creationId xmlns:p14="http://schemas.microsoft.com/office/powerpoint/2010/main" val="55560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23E5B4-C651-B114-3309-223F8BC9F0C8}"/>
              </a:ext>
            </a:extLst>
          </p:cNvPr>
          <p:cNvSpPr txBox="1"/>
          <p:nvPr/>
        </p:nvSpPr>
        <p:spPr>
          <a:xfrm>
            <a:off x="2531566" y="2536448"/>
            <a:ext cx="4581550" cy="1785104"/>
          </a:xfrm>
          <a:custGeom>
            <a:avLst/>
            <a:gdLst>
              <a:gd name="connsiteX0" fmla="*/ 0 w 4581550"/>
              <a:gd name="connsiteY0" fmla="*/ 0 h 1785104"/>
              <a:gd name="connsiteX1" fmla="*/ 481063 w 4581550"/>
              <a:gd name="connsiteY1" fmla="*/ 0 h 1785104"/>
              <a:gd name="connsiteX2" fmla="*/ 1099572 w 4581550"/>
              <a:gd name="connsiteY2" fmla="*/ 0 h 1785104"/>
              <a:gd name="connsiteX3" fmla="*/ 1718081 w 4581550"/>
              <a:gd name="connsiteY3" fmla="*/ 0 h 1785104"/>
              <a:gd name="connsiteX4" fmla="*/ 2244960 w 4581550"/>
              <a:gd name="connsiteY4" fmla="*/ 0 h 1785104"/>
              <a:gd name="connsiteX5" fmla="*/ 2863469 w 4581550"/>
              <a:gd name="connsiteY5" fmla="*/ 0 h 1785104"/>
              <a:gd name="connsiteX6" fmla="*/ 3436163 w 4581550"/>
              <a:gd name="connsiteY6" fmla="*/ 0 h 1785104"/>
              <a:gd name="connsiteX7" fmla="*/ 4054672 w 4581550"/>
              <a:gd name="connsiteY7" fmla="*/ 0 h 1785104"/>
              <a:gd name="connsiteX8" fmla="*/ 4581550 w 4581550"/>
              <a:gd name="connsiteY8" fmla="*/ 0 h 1785104"/>
              <a:gd name="connsiteX9" fmla="*/ 4581550 w 4581550"/>
              <a:gd name="connsiteY9" fmla="*/ 559333 h 1785104"/>
              <a:gd name="connsiteX10" fmla="*/ 4581550 w 4581550"/>
              <a:gd name="connsiteY10" fmla="*/ 1190069 h 1785104"/>
              <a:gd name="connsiteX11" fmla="*/ 4581550 w 4581550"/>
              <a:gd name="connsiteY11" fmla="*/ 1785104 h 1785104"/>
              <a:gd name="connsiteX12" fmla="*/ 4100487 w 4581550"/>
              <a:gd name="connsiteY12" fmla="*/ 1785104 h 1785104"/>
              <a:gd name="connsiteX13" fmla="*/ 3527794 w 4581550"/>
              <a:gd name="connsiteY13" fmla="*/ 1785104 h 1785104"/>
              <a:gd name="connsiteX14" fmla="*/ 2863469 w 4581550"/>
              <a:gd name="connsiteY14" fmla="*/ 1785104 h 1785104"/>
              <a:gd name="connsiteX15" fmla="*/ 2199144 w 4581550"/>
              <a:gd name="connsiteY15" fmla="*/ 1785104 h 1785104"/>
              <a:gd name="connsiteX16" fmla="*/ 1534819 w 4581550"/>
              <a:gd name="connsiteY16" fmla="*/ 1785104 h 1785104"/>
              <a:gd name="connsiteX17" fmla="*/ 1099572 w 4581550"/>
              <a:gd name="connsiteY17" fmla="*/ 1785104 h 1785104"/>
              <a:gd name="connsiteX18" fmla="*/ 618509 w 4581550"/>
              <a:gd name="connsiteY18" fmla="*/ 1785104 h 1785104"/>
              <a:gd name="connsiteX19" fmla="*/ 0 w 4581550"/>
              <a:gd name="connsiteY19" fmla="*/ 1785104 h 1785104"/>
              <a:gd name="connsiteX20" fmla="*/ 0 w 4581550"/>
              <a:gd name="connsiteY20" fmla="*/ 1154367 h 1785104"/>
              <a:gd name="connsiteX21" fmla="*/ 0 w 4581550"/>
              <a:gd name="connsiteY21" fmla="*/ 541482 h 1785104"/>
              <a:gd name="connsiteX22" fmla="*/ 0 w 4581550"/>
              <a:gd name="connsiteY22" fmla="*/ 0 h 1785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81550" h="1785104" fill="none" extrusionOk="0">
                <a:moveTo>
                  <a:pt x="0" y="0"/>
                </a:moveTo>
                <a:cubicBezTo>
                  <a:pt x="226623" y="-37818"/>
                  <a:pt x="352253" y="54028"/>
                  <a:pt x="481063" y="0"/>
                </a:cubicBezTo>
                <a:cubicBezTo>
                  <a:pt x="609873" y="-54028"/>
                  <a:pt x="910967" y="52657"/>
                  <a:pt x="1099572" y="0"/>
                </a:cubicBezTo>
                <a:cubicBezTo>
                  <a:pt x="1288177" y="-52657"/>
                  <a:pt x="1536766" y="38116"/>
                  <a:pt x="1718081" y="0"/>
                </a:cubicBezTo>
                <a:cubicBezTo>
                  <a:pt x="1899396" y="-38116"/>
                  <a:pt x="2000066" y="24054"/>
                  <a:pt x="2244960" y="0"/>
                </a:cubicBezTo>
                <a:cubicBezTo>
                  <a:pt x="2489854" y="-24054"/>
                  <a:pt x="2642992" y="32304"/>
                  <a:pt x="2863469" y="0"/>
                </a:cubicBezTo>
                <a:cubicBezTo>
                  <a:pt x="3083946" y="-32304"/>
                  <a:pt x="3273789" y="43578"/>
                  <a:pt x="3436163" y="0"/>
                </a:cubicBezTo>
                <a:cubicBezTo>
                  <a:pt x="3598537" y="-43578"/>
                  <a:pt x="3769323" y="3255"/>
                  <a:pt x="4054672" y="0"/>
                </a:cubicBezTo>
                <a:cubicBezTo>
                  <a:pt x="4340021" y="-3255"/>
                  <a:pt x="4424646" y="48513"/>
                  <a:pt x="4581550" y="0"/>
                </a:cubicBezTo>
                <a:cubicBezTo>
                  <a:pt x="4641985" y="261115"/>
                  <a:pt x="4530400" y="338144"/>
                  <a:pt x="4581550" y="559333"/>
                </a:cubicBezTo>
                <a:cubicBezTo>
                  <a:pt x="4632700" y="780522"/>
                  <a:pt x="4535985" y="951537"/>
                  <a:pt x="4581550" y="1190069"/>
                </a:cubicBezTo>
                <a:cubicBezTo>
                  <a:pt x="4627115" y="1428601"/>
                  <a:pt x="4545369" y="1500553"/>
                  <a:pt x="4581550" y="1785104"/>
                </a:cubicBezTo>
                <a:cubicBezTo>
                  <a:pt x="4414040" y="1833411"/>
                  <a:pt x="4281694" y="1750555"/>
                  <a:pt x="4100487" y="1785104"/>
                </a:cubicBezTo>
                <a:cubicBezTo>
                  <a:pt x="3919280" y="1819653"/>
                  <a:pt x="3799280" y="1779399"/>
                  <a:pt x="3527794" y="1785104"/>
                </a:cubicBezTo>
                <a:cubicBezTo>
                  <a:pt x="3256308" y="1790809"/>
                  <a:pt x="3031413" y="1716305"/>
                  <a:pt x="2863469" y="1785104"/>
                </a:cubicBezTo>
                <a:cubicBezTo>
                  <a:pt x="2695525" y="1853903"/>
                  <a:pt x="2423523" y="1759980"/>
                  <a:pt x="2199144" y="1785104"/>
                </a:cubicBezTo>
                <a:cubicBezTo>
                  <a:pt x="1974765" y="1810228"/>
                  <a:pt x="1748399" y="1756737"/>
                  <a:pt x="1534819" y="1785104"/>
                </a:cubicBezTo>
                <a:cubicBezTo>
                  <a:pt x="1321240" y="1813471"/>
                  <a:pt x="1256207" y="1737916"/>
                  <a:pt x="1099572" y="1785104"/>
                </a:cubicBezTo>
                <a:cubicBezTo>
                  <a:pt x="942937" y="1832292"/>
                  <a:pt x="756982" y="1774742"/>
                  <a:pt x="618509" y="1785104"/>
                </a:cubicBezTo>
                <a:cubicBezTo>
                  <a:pt x="480036" y="1795466"/>
                  <a:pt x="278071" y="1779894"/>
                  <a:pt x="0" y="1785104"/>
                </a:cubicBezTo>
                <a:cubicBezTo>
                  <a:pt x="-18380" y="1491902"/>
                  <a:pt x="47806" y="1390453"/>
                  <a:pt x="0" y="1154367"/>
                </a:cubicBezTo>
                <a:cubicBezTo>
                  <a:pt x="-47806" y="918281"/>
                  <a:pt x="55839" y="836301"/>
                  <a:pt x="0" y="541482"/>
                </a:cubicBezTo>
                <a:cubicBezTo>
                  <a:pt x="-55839" y="246664"/>
                  <a:pt x="2075" y="170966"/>
                  <a:pt x="0" y="0"/>
                </a:cubicBezTo>
                <a:close/>
              </a:path>
              <a:path w="4581550" h="1785104" stroke="0" extrusionOk="0">
                <a:moveTo>
                  <a:pt x="0" y="0"/>
                </a:moveTo>
                <a:cubicBezTo>
                  <a:pt x="141470" y="-41532"/>
                  <a:pt x="358947" y="37103"/>
                  <a:pt x="481063" y="0"/>
                </a:cubicBezTo>
                <a:cubicBezTo>
                  <a:pt x="603179" y="-37103"/>
                  <a:pt x="961799" y="55705"/>
                  <a:pt x="1099572" y="0"/>
                </a:cubicBezTo>
                <a:cubicBezTo>
                  <a:pt x="1237345" y="-55705"/>
                  <a:pt x="1400184" y="21594"/>
                  <a:pt x="1672266" y="0"/>
                </a:cubicBezTo>
                <a:cubicBezTo>
                  <a:pt x="1944348" y="-21594"/>
                  <a:pt x="2019736" y="35928"/>
                  <a:pt x="2336591" y="0"/>
                </a:cubicBezTo>
                <a:cubicBezTo>
                  <a:pt x="2653447" y="-35928"/>
                  <a:pt x="2749993" y="48450"/>
                  <a:pt x="2955100" y="0"/>
                </a:cubicBezTo>
                <a:cubicBezTo>
                  <a:pt x="3160207" y="-48450"/>
                  <a:pt x="3344017" y="51161"/>
                  <a:pt x="3619425" y="0"/>
                </a:cubicBezTo>
                <a:cubicBezTo>
                  <a:pt x="3894834" y="-51161"/>
                  <a:pt x="4245173" y="12612"/>
                  <a:pt x="4581550" y="0"/>
                </a:cubicBezTo>
                <a:cubicBezTo>
                  <a:pt x="4621738" y="150820"/>
                  <a:pt x="4535272" y="339405"/>
                  <a:pt x="4581550" y="541482"/>
                </a:cubicBezTo>
                <a:cubicBezTo>
                  <a:pt x="4627828" y="743559"/>
                  <a:pt x="4539729" y="864508"/>
                  <a:pt x="4581550" y="1118665"/>
                </a:cubicBezTo>
                <a:cubicBezTo>
                  <a:pt x="4623371" y="1372822"/>
                  <a:pt x="4502509" y="1634791"/>
                  <a:pt x="4581550" y="1785104"/>
                </a:cubicBezTo>
                <a:cubicBezTo>
                  <a:pt x="4302100" y="1834923"/>
                  <a:pt x="4277712" y="1750278"/>
                  <a:pt x="4008856" y="1785104"/>
                </a:cubicBezTo>
                <a:cubicBezTo>
                  <a:pt x="3740000" y="1819930"/>
                  <a:pt x="3596752" y="1729668"/>
                  <a:pt x="3436163" y="1785104"/>
                </a:cubicBezTo>
                <a:cubicBezTo>
                  <a:pt x="3275574" y="1840540"/>
                  <a:pt x="3167931" y="1755392"/>
                  <a:pt x="3000915" y="1785104"/>
                </a:cubicBezTo>
                <a:cubicBezTo>
                  <a:pt x="2833899" y="1814816"/>
                  <a:pt x="2669246" y="1774306"/>
                  <a:pt x="2474037" y="1785104"/>
                </a:cubicBezTo>
                <a:cubicBezTo>
                  <a:pt x="2278828" y="1795902"/>
                  <a:pt x="2181557" y="1768679"/>
                  <a:pt x="1947159" y="1785104"/>
                </a:cubicBezTo>
                <a:cubicBezTo>
                  <a:pt x="1712761" y="1801529"/>
                  <a:pt x="1481911" y="1771587"/>
                  <a:pt x="1282834" y="1785104"/>
                </a:cubicBezTo>
                <a:cubicBezTo>
                  <a:pt x="1083758" y="1798621"/>
                  <a:pt x="958686" y="1756740"/>
                  <a:pt x="755956" y="1785104"/>
                </a:cubicBezTo>
                <a:cubicBezTo>
                  <a:pt x="553226" y="1813468"/>
                  <a:pt x="301240" y="1749489"/>
                  <a:pt x="0" y="1785104"/>
                </a:cubicBezTo>
                <a:cubicBezTo>
                  <a:pt x="-49866" y="1541794"/>
                  <a:pt x="61336" y="1503730"/>
                  <a:pt x="0" y="1225771"/>
                </a:cubicBezTo>
                <a:cubicBezTo>
                  <a:pt x="-61336" y="947812"/>
                  <a:pt x="56021" y="741310"/>
                  <a:pt x="0" y="595035"/>
                </a:cubicBezTo>
                <a:cubicBezTo>
                  <a:pt x="-56021" y="448760"/>
                  <a:pt x="39903" y="192014"/>
                  <a:pt x="0" y="0"/>
                </a:cubicBezTo>
                <a:close/>
              </a:path>
            </a:pathLst>
          </a:custGeom>
          <a:solidFill>
            <a:schemeClr val="bg1"/>
          </a:solidFill>
          <a:ln>
            <a:solidFill>
              <a:schemeClr val="bg1">
                <a:lumMod val="50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“You are Brandy. You are 28 years old. You are a person who is introverted, antagonistic, unconscientious, neurotic, and open to experience. You live in the town of Dewberry Hollow. You have a job and go to the office for work everyday. You have a cough and a fever. You go to work to earn money to support yourself. You know about the Catasat virus spreading across the country. It is an airborne virus causing an infectious disease that spreads from human to human. The deadliness of the virus is unknown. You check the newspaper and find that  0.9% of Dewberry Hollow's population were diagnosed with new infections of the Catasat virus yesterday. Should you stay at home for the entire day? Please provide your reasoning.</a:t>
            </a:r>
          </a:p>
        </p:txBody>
      </p:sp>
      <p:sp>
        <p:nvSpPr>
          <p:cNvPr id="6" name="Rectangle 5">
            <a:extLst>
              <a:ext uri="{FF2B5EF4-FFF2-40B4-BE49-F238E27FC236}">
                <a16:creationId xmlns:a16="http://schemas.microsoft.com/office/drawing/2014/main" id="{702E7856-7966-1C60-FD6E-0FF83770867D}"/>
              </a:ext>
            </a:extLst>
          </p:cNvPr>
          <p:cNvSpPr/>
          <p:nvPr/>
        </p:nvSpPr>
        <p:spPr>
          <a:xfrm>
            <a:off x="2547194" y="581050"/>
            <a:ext cx="4572673" cy="1750886"/>
          </a:xfrm>
          <a:prstGeom prst="rect">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100" b="0" i="0" dirty="0">
                <a:solidFill>
                  <a:srgbClr val="222222"/>
                </a:solidFill>
                <a:effectLst/>
              </a:rPr>
              <a:t>“You are Brandy. You are 28 years old. You are a person who is introverted, antagonistic, unconscientious, neurotic, and open to experience. You live in the town of Dewberry Hollow. You have a job and go to the office for work everyday. You have a cough and a fever. You go to work to earn money to support yourself. You know about the Catasat virus spreading across the country. It is an airborne virus causing an infectious disease that spreads from human to human. The deadliness of the virus is unknown. You check the newspaper and find that  0.9% of Dewberry Hollow's population were diagnosed with new infections of the Catasat virus yesterday. Should you stay at home for the entire day? Please provide your reasoning.</a:t>
            </a:r>
          </a:p>
          <a:p>
            <a:pPr algn="ctr"/>
            <a:endParaRPr lang="en-US" dirty="0"/>
          </a:p>
        </p:txBody>
      </p:sp>
      <p:sp>
        <p:nvSpPr>
          <p:cNvPr id="7" name="TextBox 6">
            <a:extLst>
              <a:ext uri="{FF2B5EF4-FFF2-40B4-BE49-F238E27FC236}">
                <a16:creationId xmlns:a16="http://schemas.microsoft.com/office/drawing/2014/main" id="{14136C03-06B8-26BD-9904-9E0436EA5544}"/>
              </a:ext>
            </a:extLst>
          </p:cNvPr>
          <p:cNvSpPr txBox="1"/>
          <p:nvPr/>
        </p:nvSpPr>
        <p:spPr>
          <a:xfrm>
            <a:off x="7922575" y="994493"/>
            <a:ext cx="2302686" cy="369332"/>
          </a:xfrm>
          <a:prstGeom prst="rect">
            <a:avLst/>
          </a:prstGeom>
          <a:noFill/>
        </p:spPr>
        <p:txBody>
          <a:bodyPr wrap="square" rtlCol="0">
            <a:spAutoFit/>
          </a:bodyPr>
          <a:lstStyle/>
          <a:p>
            <a:r>
              <a:rPr lang="en-US" dirty="0"/>
              <a:t>Big five traits</a:t>
            </a:r>
          </a:p>
        </p:txBody>
      </p:sp>
      <p:sp>
        <p:nvSpPr>
          <p:cNvPr id="8" name="Rectangle 7">
            <a:extLst>
              <a:ext uri="{FF2B5EF4-FFF2-40B4-BE49-F238E27FC236}">
                <a16:creationId xmlns:a16="http://schemas.microsoft.com/office/drawing/2014/main" id="{01F5D39A-8D44-258E-AFEC-406AEEB704CD}"/>
              </a:ext>
            </a:extLst>
          </p:cNvPr>
          <p:cNvSpPr/>
          <p:nvPr/>
        </p:nvSpPr>
        <p:spPr>
          <a:xfrm>
            <a:off x="7281828" y="1528450"/>
            <a:ext cx="3853100" cy="1085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buFont typeface="+mj-lt"/>
              <a:buAutoNum type="arabicPeriod"/>
            </a:pPr>
            <a:r>
              <a:rPr lang="en-US" dirty="0"/>
              <a:t>You  feel normal</a:t>
            </a:r>
          </a:p>
          <a:p>
            <a:pPr marL="342900" indent="-342900">
              <a:buFont typeface="+mj-lt"/>
              <a:buAutoNum type="arabicPeriod"/>
            </a:pPr>
            <a:r>
              <a:rPr lang="en-US" dirty="0"/>
              <a:t>You have a slight cough.</a:t>
            </a:r>
          </a:p>
          <a:p>
            <a:pPr marL="342900" indent="-342900">
              <a:buFont typeface="+mj-lt"/>
              <a:buAutoNum type="arabicPeriod"/>
            </a:pPr>
            <a:r>
              <a:rPr lang="en-US" dirty="0"/>
              <a:t>You have a cough and a fever</a:t>
            </a:r>
          </a:p>
        </p:txBody>
      </p:sp>
      <p:sp>
        <p:nvSpPr>
          <p:cNvPr id="9" name="Rectangle 8">
            <a:extLst>
              <a:ext uri="{FF2B5EF4-FFF2-40B4-BE49-F238E27FC236}">
                <a16:creationId xmlns:a16="http://schemas.microsoft.com/office/drawing/2014/main" id="{2C8BBE5A-527C-336F-CA07-217F0FBEF441}"/>
              </a:ext>
            </a:extLst>
          </p:cNvPr>
          <p:cNvSpPr/>
          <p:nvPr/>
        </p:nvSpPr>
        <p:spPr>
          <a:xfrm>
            <a:off x="1396594" y="5020679"/>
            <a:ext cx="2157244" cy="17851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Extroverted,</a:t>
            </a:r>
          </a:p>
          <a:p>
            <a:r>
              <a:rPr lang="en-US" dirty="0"/>
              <a:t>Agreeable</a:t>
            </a:r>
          </a:p>
          <a:p>
            <a:r>
              <a:rPr lang="en-US" dirty="0"/>
              <a:t>Conscientious</a:t>
            </a:r>
          </a:p>
          <a:p>
            <a:r>
              <a:rPr lang="en-US" dirty="0"/>
              <a:t>Emotionally Stable</a:t>
            </a:r>
          </a:p>
          <a:p>
            <a:r>
              <a:rPr lang="en-US" dirty="0"/>
              <a:t>Open to Experience</a:t>
            </a:r>
          </a:p>
        </p:txBody>
      </p:sp>
      <p:sp>
        <p:nvSpPr>
          <p:cNvPr id="10" name="Rectangle 9">
            <a:extLst>
              <a:ext uri="{FF2B5EF4-FFF2-40B4-BE49-F238E27FC236}">
                <a16:creationId xmlns:a16="http://schemas.microsoft.com/office/drawing/2014/main" id="{F36480BB-5899-BBC6-1E19-8E9055BEEF43}"/>
              </a:ext>
            </a:extLst>
          </p:cNvPr>
          <p:cNvSpPr/>
          <p:nvPr/>
        </p:nvSpPr>
        <p:spPr>
          <a:xfrm>
            <a:off x="3754908" y="5017436"/>
            <a:ext cx="2157244" cy="17851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Introverted,</a:t>
            </a:r>
          </a:p>
          <a:p>
            <a:r>
              <a:rPr lang="en-US" dirty="0"/>
              <a:t>Antagonistic</a:t>
            </a:r>
          </a:p>
          <a:p>
            <a:r>
              <a:rPr lang="en-US" dirty="0"/>
              <a:t>Unconscientious</a:t>
            </a:r>
          </a:p>
          <a:p>
            <a:r>
              <a:rPr lang="en-US" dirty="0"/>
              <a:t>Neurotic</a:t>
            </a:r>
          </a:p>
          <a:p>
            <a:r>
              <a:rPr lang="en-US" dirty="0"/>
              <a:t>Closed to Experience</a:t>
            </a:r>
          </a:p>
        </p:txBody>
      </p:sp>
    </p:spTree>
    <p:extLst>
      <p:ext uri="{BB962C8B-B14F-4D97-AF65-F5344CB8AC3E}">
        <p14:creationId xmlns:p14="http://schemas.microsoft.com/office/powerpoint/2010/main" val="300742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56AB5-A78E-0EB8-1215-5ED8FAAFF0B9}"/>
              </a:ext>
            </a:extLst>
          </p:cNvPr>
          <p:cNvSpPr>
            <a:spLocks noGrp="1"/>
          </p:cNvSpPr>
          <p:nvPr>
            <p:ph type="title"/>
          </p:nvPr>
        </p:nvSpPr>
        <p:spPr/>
        <p:txBody>
          <a:bodyPr/>
          <a:lstStyle/>
          <a:p>
            <a:r>
              <a:rPr lang="en-US" dirty="0"/>
              <a:t>Fig sensitivity analysis</a:t>
            </a:r>
          </a:p>
        </p:txBody>
      </p:sp>
      <p:sp>
        <p:nvSpPr>
          <p:cNvPr id="3" name="Content Placeholder 2">
            <a:extLst>
              <a:ext uri="{FF2B5EF4-FFF2-40B4-BE49-F238E27FC236}">
                <a16:creationId xmlns:a16="http://schemas.microsoft.com/office/drawing/2014/main" id="{5F2D6D74-974A-F07A-CDB4-EB4E45E8278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A76143E-9B43-69E5-F70A-68FE838F6F85}"/>
              </a:ext>
            </a:extLst>
          </p:cNvPr>
          <p:cNvPicPr>
            <a:picLocks noChangeAspect="1"/>
          </p:cNvPicPr>
          <p:nvPr/>
        </p:nvPicPr>
        <p:blipFill>
          <a:blip r:embed="rId2"/>
          <a:stretch>
            <a:fillRect/>
          </a:stretch>
        </p:blipFill>
        <p:spPr>
          <a:xfrm>
            <a:off x="960265" y="143419"/>
            <a:ext cx="8864455" cy="6349456"/>
          </a:xfrm>
          <a:prstGeom prst="rect">
            <a:avLst/>
          </a:prstGeom>
        </p:spPr>
      </p:pic>
    </p:spTree>
    <p:extLst>
      <p:ext uri="{BB962C8B-B14F-4D97-AF65-F5344CB8AC3E}">
        <p14:creationId xmlns:p14="http://schemas.microsoft.com/office/powerpoint/2010/main" val="1749384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3B6A6-EB87-F4A4-3461-BFE14DC90965}"/>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DA7CDB23-D25D-BBCE-4EB4-7AD20E004F75}"/>
              </a:ext>
            </a:extLst>
          </p:cNvPr>
          <p:cNvSpPr txBox="1"/>
          <p:nvPr/>
        </p:nvSpPr>
        <p:spPr>
          <a:xfrm>
            <a:off x="10735166" y="-282636"/>
            <a:ext cx="982440" cy="340966"/>
          </a:xfrm>
          <a:prstGeom prst="rect">
            <a:avLst/>
          </a:prstGeom>
          <a:noFill/>
        </p:spPr>
        <p:txBody>
          <a:bodyPr wrap="square" rtlCol="0">
            <a:spAutoFit/>
          </a:bodyPr>
          <a:lstStyle/>
          <a:p>
            <a:pPr algn="ctr"/>
            <a:r>
              <a:rPr lang="en-US" sz="1600" b="1" dirty="0">
                <a:latin typeface="Comic Sans MS" panose="030F0702030302020204" pitchFamily="66" charset="0"/>
              </a:rPr>
              <a:t>Brandy</a:t>
            </a:r>
          </a:p>
        </p:txBody>
      </p:sp>
      <p:sp>
        <p:nvSpPr>
          <p:cNvPr id="5" name="TextBox 4">
            <a:extLst>
              <a:ext uri="{FF2B5EF4-FFF2-40B4-BE49-F238E27FC236}">
                <a16:creationId xmlns:a16="http://schemas.microsoft.com/office/drawing/2014/main" id="{7DC12792-3A05-8496-393A-C1FFEECC3577}"/>
              </a:ext>
            </a:extLst>
          </p:cNvPr>
          <p:cNvSpPr txBox="1"/>
          <p:nvPr/>
        </p:nvSpPr>
        <p:spPr>
          <a:xfrm>
            <a:off x="10574430" y="842000"/>
            <a:ext cx="1559935" cy="1069393"/>
          </a:xfrm>
          <a:prstGeom prst="rect">
            <a:avLst/>
          </a:prstGeom>
          <a:noFill/>
        </p:spPr>
        <p:txBody>
          <a:bodyPr wrap="square" rtlCol="0">
            <a:spAutoFit/>
          </a:bodyPr>
          <a:lstStyle/>
          <a:p>
            <a:r>
              <a:rPr lang="en-US" sz="1050" b="1" dirty="0">
                <a:latin typeface="Comic Sans MS" panose="030F0702030302020204" pitchFamily="66" charset="0"/>
              </a:rPr>
              <a:t>Age: 28</a:t>
            </a:r>
            <a:endParaRPr lang="en-US" sz="1050" dirty="0">
              <a:latin typeface="Comic Sans MS" panose="030F0702030302020204" pitchFamily="66" charset="0"/>
            </a:endParaRPr>
          </a:p>
          <a:p>
            <a:r>
              <a:rPr lang="en-US" sz="1050" b="1" dirty="0">
                <a:latin typeface="Comic Sans MS" panose="030F0702030302020204" pitchFamily="66" charset="0"/>
              </a:rPr>
              <a:t>Traits: </a:t>
            </a:r>
            <a:r>
              <a:rPr lang="en-US" sz="1050" dirty="0">
                <a:latin typeface="Comic Sans MS" panose="030F0702030302020204" pitchFamily="66" charset="0"/>
              </a:rPr>
              <a:t>Introverted, Antagonistic, Unconscientious, Neurotic, Open to Experience</a:t>
            </a:r>
          </a:p>
        </p:txBody>
      </p:sp>
      <p:pic>
        <p:nvPicPr>
          <p:cNvPr id="6" name="Graphic 5" descr="Brain in head">
            <a:extLst>
              <a:ext uri="{FF2B5EF4-FFF2-40B4-BE49-F238E27FC236}">
                <a16:creationId xmlns:a16="http://schemas.microsoft.com/office/drawing/2014/main" id="{A15F3D78-5A5F-1307-B74C-278951EF58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96600" y="0"/>
            <a:ext cx="914400" cy="920913"/>
          </a:xfrm>
          <a:prstGeom prst="rect">
            <a:avLst/>
          </a:prstGeom>
        </p:spPr>
      </p:pic>
      <p:sp>
        <p:nvSpPr>
          <p:cNvPr id="7" name="TextBox 6">
            <a:extLst>
              <a:ext uri="{FF2B5EF4-FFF2-40B4-BE49-F238E27FC236}">
                <a16:creationId xmlns:a16="http://schemas.microsoft.com/office/drawing/2014/main" id="{236631E2-336E-0BB6-10E2-A25F7228119C}"/>
              </a:ext>
            </a:extLst>
          </p:cNvPr>
          <p:cNvSpPr txBox="1"/>
          <p:nvPr/>
        </p:nvSpPr>
        <p:spPr>
          <a:xfrm>
            <a:off x="8074412" y="3986172"/>
            <a:ext cx="3276332" cy="1286371"/>
          </a:xfrm>
          <a:custGeom>
            <a:avLst/>
            <a:gdLst>
              <a:gd name="connsiteX0" fmla="*/ 0 w 3276332"/>
              <a:gd name="connsiteY0" fmla="*/ 0 h 1286371"/>
              <a:gd name="connsiteX1" fmla="*/ 480529 w 3276332"/>
              <a:gd name="connsiteY1" fmla="*/ 0 h 1286371"/>
              <a:gd name="connsiteX2" fmla="*/ 993821 w 3276332"/>
              <a:gd name="connsiteY2" fmla="*/ 0 h 1286371"/>
              <a:gd name="connsiteX3" fmla="*/ 1507113 w 3276332"/>
              <a:gd name="connsiteY3" fmla="*/ 0 h 1286371"/>
              <a:gd name="connsiteX4" fmla="*/ 2053168 w 3276332"/>
              <a:gd name="connsiteY4" fmla="*/ 0 h 1286371"/>
              <a:gd name="connsiteX5" fmla="*/ 2631987 w 3276332"/>
              <a:gd name="connsiteY5" fmla="*/ 0 h 1286371"/>
              <a:gd name="connsiteX6" fmla="*/ 3276332 w 3276332"/>
              <a:gd name="connsiteY6" fmla="*/ 0 h 1286371"/>
              <a:gd name="connsiteX7" fmla="*/ 3276332 w 3276332"/>
              <a:gd name="connsiteY7" fmla="*/ 415927 h 1286371"/>
              <a:gd name="connsiteX8" fmla="*/ 3276332 w 3276332"/>
              <a:gd name="connsiteY8" fmla="*/ 870444 h 1286371"/>
              <a:gd name="connsiteX9" fmla="*/ 3276332 w 3276332"/>
              <a:gd name="connsiteY9" fmla="*/ 1286371 h 1286371"/>
              <a:gd name="connsiteX10" fmla="*/ 2828567 w 3276332"/>
              <a:gd name="connsiteY10" fmla="*/ 1286371 h 1286371"/>
              <a:gd name="connsiteX11" fmla="*/ 2348038 w 3276332"/>
              <a:gd name="connsiteY11" fmla="*/ 1286371 h 1286371"/>
              <a:gd name="connsiteX12" fmla="*/ 1900273 w 3276332"/>
              <a:gd name="connsiteY12" fmla="*/ 1286371 h 1286371"/>
              <a:gd name="connsiteX13" fmla="*/ 1452507 w 3276332"/>
              <a:gd name="connsiteY13" fmla="*/ 1286371 h 1286371"/>
              <a:gd name="connsiteX14" fmla="*/ 939215 w 3276332"/>
              <a:gd name="connsiteY14" fmla="*/ 1286371 h 1286371"/>
              <a:gd name="connsiteX15" fmla="*/ 0 w 3276332"/>
              <a:gd name="connsiteY15" fmla="*/ 1286371 h 1286371"/>
              <a:gd name="connsiteX16" fmla="*/ 0 w 3276332"/>
              <a:gd name="connsiteY16" fmla="*/ 857581 h 1286371"/>
              <a:gd name="connsiteX17" fmla="*/ 0 w 3276332"/>
              <a:gd name="connsiteY17" fmla="*/ 467381 h 1286371"/>
              <a:gd name="connsiteX18" fmla="*/ 0 w 3276332"/>
              <a:gd name="connsiteY18" fmla="*/ 0 h 1286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76332" h="1286371" fill="none" extrusionOk="0">
                <a:moveTo>
                  <a:pt x="0" y="0"/>
                </a:moveTo>
                <a:cubicBezTo>
                  <a:pt x="105768" y="-13337"/>
                  <a:pt x="327457" y="25126"/>
                  <a:pt x="480529" y="0"/>
                </a:cubicBezTo>
                <a:cubicBezTo>
                  <a:pt x="633601" y="-25126"/>
                  <a:pt x="769093" y="43676"/>
                  <a:pt x="993821" y="0"/>
                </a:cubicBezTo>
                <a:cubicBezTo>
                  <a:pt x="1218549" y="-43676"/>
                  <a:pt x="1306693" y="7955"/>
                  <a:pt x="1507113" y="0"/>
                </a:cubicBezTo>
                <a:cubicBezTo>
                  <a:pt x="1707533" y="-7955"/>
                  <a:pt x="1823386" y="30881"/>
                  <a:pt x="2053168" y="0"/>
                </a:cubicBezTo>
                <a:cubicBezTo>
                  <a:pt x="2282950" y="-30881"/>
                  <a:pt x="2379015" y="3550"/>
                  <a:pt x="2631987" y="0"/>
                </a:cubicBezTo>
                <a:cubicBezTo>
                  <a:pt x="2884959" y="-3550"/>
                  <a:pt x="3027333" y="44066"/>
                  <a:pt x="3276332" y="0"/>
                </a:cubicBezTo>
                <a:cubicBezTo>
                  <a:pt x="3277571" y="175390"/>
                  <a:pt x="3228198" y="242093"/>
                  <a:pt x="3276332" y="415927"/>
                </a:cubicBezTo>
                <a:cubicBezTo>
                  <a:pt x="3324466" y="589761"/>
                  <a:pt x="3249103" y="649627"/>
                  <a:pt x="3276332" y="870444"/>
                </a:cubicBezTo>
                <a:cubicBezTo>
                  <a:pt x="3303561" y="1091261"/>
                  <a:pt x="3244568" y="1134256"/>
                  <a:pt x="3276332" y="1286371"/>
                </a:cubicBezTo>
                <a:cubicBezTo>
                  <a:pt x="3186775" y="1311181"/>
                  <a:pt x="3046619" y="1260491"/>
                  <a:pt x="2828567" y="1286371"/>
                </a:cubicBezTo>
                <a:cubicBezTo>
                  <a:pt x="2610516" y="1312251"/>
                  <a:pt x="2498311" y="1274815"/>
                  <a:pt x="2348038" y="1286371"/>
                </a:cubicBezTo>
                <a:cubicBezTo>
                  <a:pt x="2197765" y="1297927"/>
                  <a:pt x="2009298" y="1273020"/>
                  <a:pt x="1900273" y="1286371"/>
                </a:cubicBezTo>
                <a:cubicBezTo>
                  <a:pt x="1791248" y="1299722"/>
                  <a:pt x="1657655" y="1279780"/>
                  <a:pt x="1452507" y="1286371"/>
                </a:cubicBezTo>
                <a:cubicBezTo>
                  <a:pt x="1247359" y="1292962"/>
                  <a:pt x="1056278" y="1234172"/>
                  <a:pt x="939215" y="1286371"/>
                </a:cubicBezTo>
                <a:cubicBezTo>
                  <a:pt x="822152" y="1338570"/>
                  <a:pt x="313652" y="1203988"/>
                  <a:pt x="0" y="1286371"/>
                </a:cubicBezTo>
                <a:cubicBezTo>
                  <a:pt x="-46004" y="1165884"/>
                  <a:pt x="16696" y="1024903"/>
                  <a:pt x="0" y="857581"/>
                </a:cubicBezTo>
                <a:cubicBezTo>
                  <a:pt x="-16696" y="690259"/>
                  <a:pt x="27969" y="604390"/>
                  <a:pt x="0" y="467381"/>
                </a:cubicBezTo>
                <a:cubicBezTo>
                  <a:pt x="-27969" y="330372"/>
                  <a:pt x="8092" y="189839"/>
                  <a:pt x="0" y="0"/>
                </a:cubicBezTo>
                <a:close/>
              </a:path>
              <a:path w="3276332" h="1286371" stroke="0" extrusionOk="0">
                <a:moveTo>
                  <a:pt x="0" y="0"/>
                </a:moveTo>
                <a:cubicBezTo>
                  <a:pt x="133862" y="-52854"/>
                  <a:pt x="275980" y="19472"/>
                  <a:pt x="480529" y="0"/>
                </a:cubicBezTo>
                <a:cubicBezTo>
                  <a:pt x="685078" y="-19472"/>
                  <a:pt x="783393" y="45276"/>
                  <a:pt x="1059347" y="0"/>
                </a:cubicBezTo>
                <a:cubicBezTo>
                  <a:pt x="1335301" y="-45276"/>
                  <a:pt x="1340950" y="12026"/>
                  <a:pt x="1605403" y="0"/>
                </a:cubicBezTo>
                <a:cubicBezTo>
                  <a:pt x="1869856" y="-12026"/>
                  <a:pt x="2002846" y="60012"/>
                  <a:pt x="2216985" y="0"/>
                </a:cubicBezTo>
                <a:cubicBezTo>
                  <a:pt x="2431124" y="-60012"/>
                  <a:pt x="2656852" y="6243"/>
                  <a:pt x="2795803" y="0"/>
                </a:cubicBezTo>
                <a:cubicBezTo>
                  <a:pt x="2934754" y="-6243"/>
                  <a:pt x="3163016" y="16823"/>
                  <a:pt x="3276332" y="0"/>
                </a:cubicBezTo>
                <a:cubicBezTo>
                  <a:pt x="3276835" y="140631"/>
                  <a:pt x="3255996" y="310547"/>
                  <a:pt x="3276332" y="415927"/>
                </a:cubicBezTo>
                <a:cubicBezTo>
                  <a:pt x="3296668" y="521307"/>
                  <a:pt x="3259593" y="719349"/>
                  <a:pt x="3276332" y="806126"/>
                </a:cubicBezTo>
                <a:cubicBezTo>
                  <a:pt x="3293071" y="892903"/>
                  <a:pt x="3267333" y="1080551"/>
                  <a:pt x="3276332" y="1286371"/>
                </a:cubicBezTo>
                <a:cubicBezTo>
                  <a:pt x="3182061" y="1338694"/>
                  <a:pt x="2954771" y="1236091"/>
                  <a:pt x="2828567" y="1286371"/>
                </a:cubicBezTo>
                <a:cubicBezTo>
                  <a:pt x="2702363" y="1336651"/>
                  <a:pt x="2471313" y="1254717"/>
                  <a:pt x="2348038" y="1286371"/>
                </a:cubicBezTo>
                <a:cubicBezTo>
                  <a:pt x="2224763" y="1318025"/>
                  <a:pt x="1936045" y="1276015"/>
                  <a:pt x="1801983" y="1286371"/>
                </a:cubicBezTo>
                <a:cubicBezTo>
                  <a:pt x="1667921" y="1296727"/>
                  <a:pt x="1474297" y="1283529"/>
                  <a:pt x="1354217" y="1286371"/>
                </a:cubicBezTo>
                <a:cubicBezTo>
                  <a:pt x="1234137" y="1289213"/>
                  <a:pt x="1019127" y="1239270"/>
                  <a:pt x="840925" y="1286371"/>
                </a:cubicBezTo>
                <a:cubicBezTo>
                  <a:pt x="662723" y="1333472"/>
                  <a:pt x="301165" y="1253481"/>
                  <a:pt x="0" y="1286371"/>
                </a:cubicBezTo>
                <a:cubicBezTo>
                  <a:pt x="-7873" y="1152342"/>
                  <a:pt x="26346" y="933333"/>
                  <a:pt x="0" y="831853"/>
                </a:cubicBezTo>
                <a:cubicBezTo>
                  <a:pt x="-26346" y="730373"/>
                  <a:pt x="20151" y="475663"/>
                  <a:pt x="0" y="377335"/>
                </a:cubicBezTo>
                <a:cubicBezTo>
                  <a:pt x="-20151" y="279007"/>
                  <a:pt x="42064" y="117015"/>
                  <a:pt x="0" y="0"/>
                </a:cubicBezTo>
                <a:close/>
              </a:path>
            </a:pathLst>
          </a:custGeom>
          <a:solidFill>
            <a:schemeClr val="accent4">
              <a:lumMod val="20000"/>
              <a:lumOff val="80000"/>
            </a:schemeClr>
          </a:solidFill>
          <a:ln>
            <a:solidFill>
              <a:schemeClr val="accent4">
                <a:lumMod val="75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p>
            <a:pPr algn="l"/>
            <a:r>
              <a:rPr lang="en-US" sz="1100" b="0" i="0" dirty="0">
                <a:solidFill>
                  <a:srgbClr val="222222"/>
                </a:solidFill>
                <a:effectLst/>
              </a:rPr>
              <a:t>“There is a possibility that I may have contracted the Catasat virus due to my cough and fever. Additionally, the fact that 0.9% of the population were diagnosed with new infections yesterday indicates that the virus is spreading in Dewberry Hollow. Going to work may increase my chances of getting infected or spreading the virus to others.”</a:t>
            </a:r>
          </a:p>
        </p:txBody>
      </p:sp>
      <p:sp>
        <p:nvSpPr>
          <p:cNvPr id="8" name="TextBox 7">
            <a:extLst>
              <a:ext uri="{FF2B5EF4-FFF2-40B4-BE49-F238E27FC236}">
                <a16:creationId xmlns:a16="http://schemas.microsoft.com/office/drawing/2014/main" id="{B10AF094-C1AF-E3F0-E83F-D7C128684BDA}"/>
              </a:ext>
            </a:extLst>
          </p:cNvPr>
          <p:cNvSpPr txBox="1"/>
          <p:nvPr/>
        </p:nvSpPr>
        <p:spPr>
          <a:xfrm>
            <a:off x="199380" y="1831736"/>
            <a:ext cx="6421140" cy="2154436"/>
          </a:xfrm>
          <a:custGeom>
            <a:avLst/>
            <a:gdLst>
              <a:gd name="connsiteX0" fmla="*/ 0 w 6421140"/>
              <a:gd name="connsiteY0" fmla="*/ 0 h 2154436"/>
              <a:gd name="connsiteX1" fmla="*/ 455317 w 6421140"/>
              <a:gd name="connsiteY1" fmla="*/ 0 h 2154436"/>
              <a:gd name="connsiteX2" fmla="*/ 846423 w 6421140"/>
              <a:gd name="connsiteY2" fmla="*/ 0 h 2154436"/>
              <a:gd name="connsiteX3" fmla="*/ 1237529 w 6421140"/>
              <a:gd name="connsiteY3" fmla="*/ 0 h 2154436"/>
              <a:gd name="connsiteX4" fmla="*/ 1821269 w 6421140"/>
              <a:gd name="connsiteY4" fmla="*/ 0 h 2154436"/>
              <a:gd name="connsiteX5" fmla="*/ 2276586 w 6421140"/>
              <a:gd name="connsiteY5" fmla="*/ 0 h 2154436"/>
              <a:gd name="connsiteX6" fmla="*/ 2924537 w 6421140"/>
              <a:gd name="connsiteY6" fmla="*/ 0 h 2154436"/>
              <a:gd name="connsiteX7" fmla="*/ 3315643 w 6421140"/>
              <a:gd name="connsiteY7" fmla="*/ 0 h 2154436"/>
              <a:gd name="connsiteX8" fmla="*/ 3835172 w 6421140"/>
              <a:gd name="connsiteY8" fmla="*/ 0 h 2154436"/>
              <a:gd name="connsiteX9" fmla="*/ 4547335 w 6421140"/>
              <a:gd name="connsiteY9" fmla="*/ 0 h 2154436"/>
              <a:gd name="connsiteX10" fmla="*/ 4938440 w 6421140"/>
              <a:gd name="connsiteY10" fmla="*/ 0 h 2154436"/>
              <a:gd name="connsiteX11" fmla="*/ 5329546 w 6421140"/>
              <a:gd name="connsiteY11" fmla="*/ 0 h 2154436"/>
              <a:gd name="connsiteX12" fmla="*/ 5720652 w 6421140"/>
              <a:gd name="connsiteY12" fmla="*/ 0 h 2154436"/>
              <a:gd name="connsiteX13" fmla="*/ 6421140 w 6421140"/>
              <a:gd name="connsiteY13" fmla="*/ 0 h 2154436"/>
              <a:gd name="connsiteX14" fmla="*/ 6421140 w 6421140"/>
              <a:gd name="connsiteY14" fmla="*/ 560153 h 2154436"/>
              <a:gd name="connsiteX15" fmla="*/ 6421140 w 6421140"/>
              <a:gd name="connsiteY15" fmla="*/ 1120307 h 2154436"/>
              <a:gd name="connsiteX16" fmla="*/ 6421140 w 6421140"/>
              <a:gd name="connsiteY16" fmla="*/ 1637371 h 2154436"/>
              <a:gd name="connsiteX17" fmla="*/ 6421140 w 6421140"/>
              <a:gd name="connsiteY17" fmla="*/ 2154436 h 2154436"/>
              <a:gd name="connsiteX18" fmla="*/ 6030034 w 6421140"/>
              <a:gd name="connsiteY18" fmla="*/ 2154436 h 2154436"/>
              <a:gd name="connsiteX19" fmla="*/ 5638928 w 6421140"/>
              <a:gd name="connsiteY19" fmla="*/ 2154436 h 2154436"/>
              <a:gd name="connsiteX20" fmla="*/ 5055188 w 6421140"/>
              <a:gd name="connsiteY20" fmla="*/ 2154436 h 2154436"/>
              <a:gd name="connsiteX21" fmla="*/ 4664083 w 6421140"/>
              <a:gd name="connsiteY21" fmla="*/ 2154436 h 2154436"/>
              <a:gd name="connsiteX22" fmla="*/ 4144554 w 6421140"/>
              <a:gd name="connsiteY22" fmla="*/ 2154436 h 2154436"/>
              <a:gd name="connsiteX23" fmla="*/ 3560814 w 6421140"/>
              <a:gd name="connsiteY23" fmla="*/ 2154436 h 2154436"/>
              <a:gd name="connsiteX24" fmla="*/ 3105497 w 6421140"/>
              <a:gd name="connsiteY24" fmla="*/ 2154436 h 2154436"/>
              <a:gd name="connsiteX25" fmla="*/ 2457545 w 6421140"/>
              <a:gd name="connsiteY25" fmla="*/ 2154436 h 2154436"/>
              <a:gd name="connsiteX26" fmla="*/ 1809594 w 6421140"/>
              <a:gd name="connsiteY26" fmla="*/ 2154436 h 2154436"/>
              <a:gd name="connsiteX27" fmla="*/ 1161643 w 6421140"/>
              <a:gd name="connsiteY27" fmla="*/ 2154436 h 2154436"/>
              <a:gd name="connsiteX28" fmla="*/ 513691 w 6421140"/>
              <a:gd name="connsiteY28" fmla="*/ 2154436 h 2154436"/>
              <a:gd name="connsiteX29" fmla="*/ 0 w 6421140"/>
              <a:gd name="connsiteY29" fmla="*/ 2154436 h 2154436"/>
              <a:gd name="connsiteX30" fmla="*/ 0 w 6421140"/>
              <a:gd name="connsiteY30" fmla="*/ 1615827 h 2154436"/>
              <a:gd name="connsiteX31" fmla="*/ 0 w 6421140"/>
              <a:gd name="connsiteY31" fmla="*/ 1141851 h 2154436"/>
              <a:gd name="connsiteX32" fmla="*/ 0 w 6421140"/>
              <a:gd name="connsiteY32" fmla="*/ 581698 h 2154436"/>
              <a:gd name="connsiteX33" fmla="*/ 0 w 6421140"/>
              <a:gd name="connsiteY33" fmla="*/ 0 h 2154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421140" h="2154436" fill="none" extrusionOk="0">
                <a:moveTo>
                  <a:pt x="0" y="0"/>
                </a:moveTo>
                <a:cubicBezTo>
                  <a:pt x="136254" y="-33389"/>
                  <a:pt x="250158" y="35320"/>
                  <a:pt x="455317" y="0"/>
                </a:cubicBezTo>
                <a:cubicBezTo>
                  <a:pt x="660476" y="-35320"/>
                  <a:pt x="706588" y="18441"/>
                  <a:pt x="846423" y="0"/>
                </a:cubicBezTo>
                <a:cubicBezTo>
                  <a:pt x="986258" y="-18441"/>
                  <a:pt x="1146532" y="987"/>
                  <a:pt x="1237529" y="0"/>
                </a:cubicBezTo>
                <a:cubicBezTo>
                  <a:pt x="1328526" y="-987"/>
                  <a:pt x="1539905" y="18355"/>
                  <a:pt x="1821269" y="0"/>
                </a:cubicBezTo>
                <a:cubicBezTo>
                  <a:pt x="2102633" y="-18355"/>
                  <a:pt x="2080775" y="19050"/>
                  <a:pt x="2276586" y="0"/>
                </a:cubicBezTo>
                <a:cubicBezTo>
                  <a:pt x="2472397" y="-19050"/>
                  <a:pt x="2739188" y="3974"/>
                  <a:pt x="2924537" y="0"/>
                </a:cubicBezTo>
                <a:cubicBezTo>
                  <a:pt x="3109886" y="-3974"/>
                  <a:pt x="3206707" y="23027"/>
                  <a:pt x="3315643" y="0"/>
                </a:cubicBezTo>
                <a:cubicBezTo>
                  <a:pt x="3424579" y="-23027"/>
                  <a:pt x="3722307" y="11556"/>
                  <a:pt x="3835172" y="0"/>
                </a:cubicBezTo>
                <a:cubicBezTo>
                  <a:pt x="3948037" y="-11556"/>
                  <a:pt x="4284264" y="13966"/>
                  <a:pt x="4547335" y="0"/>
                </a:cubicBezTo>
                <a:cubicBezTo>
                  <a:pt x="4810406" y="-13966"/>
                  <a:pt x="4807947" y="617"/>
                  <a:pt x="4938440" y="0"/>
                </a:cubicBezTo>
                <a:cubicBezTo>
                  <a:pt x="5068933" y="-617"/>
                  <a:pt x="5223180" y="27978"/>
                  <a:pt x="5329546" y="0"/>
                </a:cubicBezTo>
                <a:cubicBezTo>
                  <a:pt x="5435912" y="-27978"/>
                  <a:pt x="5548932" y="28461"/>
                  <a:pt x="5720652" y="0"/>
                </a:cubicBezTo>
                <a:cubicBezTo>
                  <a:pt x="5892372" y="-28461"/>
                  <a:pt x="6264848" y="27765"/>
                  <a:pt x="6421140" y="0"/>
                </a:cubicBezTo>
                <a:cubicBezTo>
                  <a:pt x="6473518" y="174727"/>
                  <a:pt x="6416400" y="370447"/>
                  <a:pt x="6421140" y="560153"/>
                </a:cubicBezTo>
                <a:cubicBezTo>
                  <a:pt x="6425880" y="749859"/>
                  <a:pt x="6373439" y="886583"/>
                  <a:pt x="6421140" y="1120307"/>
                </a:cubicBezTo>
                <a:cubicBezTo>
                  <a:pt x="6468841" y="1354031"/>
                  <a:pt x="6365628" y="1389084"/>
                  <a:pt x="6421140" y="1637371"/>
                </a:cubicBezTo>
                <a:cubicBezTo>
                  <a:pt x="6476652" y="1885658"/>
                  <a:pt x="6395495" y="1920533"/>
                  <a:pt x="6421140" y="2154436"/>
                </a:cubicBezTo>
                <a:cubicBezTo>
                  <a:pt x="6334501" y="2164018"/>
                  <a:pt x="6209310" y="2152636"/>
                  <a:pt x="6030034" y="2154436"/>
                </a:cubicBezTo>
                <a:cubicBezTo>
                  <a:pt x="5850758" y="2156236"/>
                  <a:pt x="5802378" y="2130613"/>
                  <a:pt x="5638928" y="2154436"/>
                </a:cubicBezTo>
                <a:cubicBezTo>
                  <a:pt x="5475478" y="2178259"/>
                  <a:pt x="5266881" y="2145604"/>
                  <a:pt x="5055188" y="2154436"/>
                </a:cubicBezTo>
                <a:cubicBezTo>
                  <a:pt x="4843495" y="2163268"/>
                  <a:pt x="4778531" y="2124881"/>
                  <a:pt x="4664083" y="2154436"/>
                </a:cubicBezTo>
                <a:cubicBezTo>
                  <a:pt x="4549636" y="2183991"/>
                  <a:pt x="4272521" y="2144138"/>
                  <a:pt x="4144554" y="2154436"/>
                </a:cubicBezTo>
                <a:cubicBezTo>
                  <a:pt x="4016587" y="2164734"/>
                  <a:pt x="3797301" y="2115796"/>
                  <a:pt x="3560814" y="2154436"/>
                </a:cubicBezTo>
                <a:cubicBezTo>
                  <a:pt x="3324327" y="2193076"/>
                  <a:pt x="3234666" y="2141576"/>
                  <a:pt x="3105497" y="2154436"/>
                </a:cubicBezTo>
                <a:cubicBezTo>
                  <a:pt x="2976328" y="2167296"/>
                  <a:pt x="2694743" y="2092166"/>
                  <a:pt x="2457545" y="2154436"/>
                </a:cubicBezTo>
                <a:cubicBezTo>
                  <a:pt x="2220347" y="2216706"/>
                  <a:pt x="1949637" y="2103893"/>
                  <a:pt x="1809594" y="2154436"/>
                </a:cubicBezTo>
                <a:cubicBezTo>
                  <a:pt x="1669551" y="2204979"/>
                  <a:pt x="1451452" y="2126088"/>
                  <a:pt x="1161643" y="2154436"/>
                </a:cubicBezTo>
                <a:cubicBezTo>
                  <a:pt x="871834" y="2182784"/>
                  <a:pt x="688606" y="2089005"/>
                  <a:pt x="513691" y="2154436"/>
                </a:cubicBezTo>
                <a:cubicBezTo>
                  <a:pt x="338776" y="2219867"/>
                  <a:pt x="217044" y="2151420"/>
                  <a:pt x="0" y="2154436"/>
                </a:cubicBezTo>
                <a:cubicBezTo>
                  <a:pt x="-3750" y="1905060"/>
                  <a:pt x="53355" y="1874839"/>
                  <a:pt x="0" y="1615827"/>
                </a:cubicBezTo>
                <a:cubicBezTo>
                  <a:pt x="-53355" y="1356815"/>
                  <a:pt x="37148" y="1298368"/>
                  <a:pt x="0" y="1141851"/>
                </a:cubicBezTo>
                <a:cubicBezTo>
                  <a:pt x="-37148" y="985334"/>
                  <a:pt x="14781" y="703808"/>
                  <a:pt x="0" y="581698"/>
                </a:cubicBezTo>
                <a:cubicBezTo>
                  <a:pt x="-14781" y="459588"/>
                  <a:pt x="18070" y="289149"/>
                  <a:pt x="0" y="0"/>
                </a:cubicBezTo>
                <a:close/>
              </a:path>
              <a:path w="6421140" h="2154436" stroke="0" extrusionOk="0">
                <a:moveTo>
                  <a:pt x="0" y="0"/>
                </a:moveTo>
                <a:cubicBezTo>
                  <a:pt x="204203" y="-23136"/>
                  <a:pt x="233293" y="40061"/>
                  <a:pt x="455317" y="0"/>
                </a:cubicBezTo>
                <a:cubicBezTo>
                  <a:pt x="677341" y="-40061"/>
                  <a:pt x="936905" y="51855"/>
                  <a:pt x="1103269" y="0"/>
                </a:cubicBezTo>
                <a:cubicBezTo>
                  <a:pt x="1269633" y="-51855"/>
                  <a:pt x="1537583" y="33432"/>
                  <a:pt x="1687009" y="0"/>
                </a:cubicBezTo>
                <a:cubicBezTo>
                  <a:pt x="1836435" y="-33432"/>
                  <a:pt x="2251237" y="61339"/>
                  <a:pt x="2399171" y="0"/>
                </a:cubicBezTo>
                <a:cubicBezTo>
                  <a:pt x="2547105" y="-61339"/>
                  <a:pt x="2834539" y="16403"/>
                  <a:pt x="3047123" y="0"/>
                </a:cubicBezTo>
                <a:cubicBezTo>
                  <a:pt x="3259707" y="-16403"/>
                  <a:pt x="3522694" y="1549"/>
                  <a:pt x="3759286" y="0"/>
                </a:cubicBezTo>
                <a:cubicBezTo>
                  <a:pt x="3995878" y="-1549"/>
                  <a:pt x="4113057" y="37747"/>
                  <a:pt x="4278814" y="0"/>
                </a:cubicBezTo>
                <a:cubicBezTo>
                  <a:pt x="4444571" y="-37747"/>
                  <a:pt x="4548627" y="36"/>
                  <a:pt x="4669920" y="0"/>
                </a:cubicBezTo>
                <a:cubicBezTo>
                  <a:pt x="4791213" y="-36"/>
                  <a:pt x="4899242" y="11015"/>
                  <a:pt x="5061026" y="0"/>
                </a:cubicBezTo>
                <a:cubicBezTo>
                  <a:pt x="5222810" y="-11015"/>
                  <a:pt x="5292122" y="43097"/>
                  <a:pt x="5516343" y="0"/>
                </a:cubicBezTo>
                <a:cubicBezTo>
                  <a:pt x="5740564" y="-43097"/>
                  <a:pt x="6215436" y="11429"/>
                  <a:pt x="6421140" y="0"/>
                </a:cubicBezTo>
                <a:cubicBezTo>
                  <a:pt x="6442390" y="228689"/>
                  <a:pt x="6396529" y="373739"/>
                  <a:pt x="6421140" y="560153"/>
                </a:cubicBezTo>
                <a:cubicBezTo>
                  <a:pt x="6445751" y="746567"/>
                  <a:pt x="6415457" y="869895"/>
                  <a:pt x="6421140" y="1141851"/>
                </a:cubicBezTo>
                <a:cubicBezTo>
                  <a:pt x="6426823" y="1413807"/>
                  <a:pt x="6364036" y="1425828"/>
                  <a:pt x="6421140" y="1637371"/>
                </a:cubicBezTo>
                <a:cubicBezTo>
                  <a:pt x="6478244" y="1848914"/>
                  <a:pt x="6377188" y="2038614"/>
                  <a:pt x="6421140" y="2154436"/>
                </a:cubicBezTo>
                <a:cubicBezTo>
                  <a:pt x="6077649" y="2225619"/>
                  <a:pt x="6003650" y="2096746"/>
                  <a:pt x="5708977" y="2154436"/>
                </a:cubicBezTo>
                <a:cubicBezTo>
                  <a:pt x="5414304" y="2212126"/>
                  <a:pt x="5333974" y="2127637"/>
                  <a:pt x="5189449" y="2154436"/>
                </a:cubicBezTo>
                <a:cubicBezTo>
                  <a:pt x="5044924" y="2181235"/>
                  <a:pt x="4793241" y="2136621"/>
                  <a:pt x="4541497" y="2154436"/>
                </a:cubicBezTo>
                <a:cubicBezTo>
                  <a:pt x="4289753" y="2172251"/>
                  <a:pt x="4291845" y="2131049"/>
                  <a:pt x="4086180" y="2154436"/>
                </a:cubicBezTo>
                <a:cubicBezTo>
                  <a:pt x="3880515" y="2177823"/>
                  <a:pt x="3806447" y="2125136"/>
                  <a:pt x="3566651" y="2154436"/>
                </a:cubicBezTo>
                <a:cubicBezTo>
                  <a:pt x="3326855" y="2183736"/>
                  <a:pt x="3304304" y="2135107"/>
                  <a:pt x="3175546" y="2154436"/>
                </a:cubicBezTo>
                <a:cubicBezTo>
                  <a:pt x="3046789" y="2173765"/>
                  <a:pt x="2811304" y="2106996"/>
                  <a:pt x="2463383" y="2154436"/>
                </a:cubicBezTo>
                <a:cubicBezTo>
                  <a:pt x="2115462" y="2201876"/>
                  <a:pt x="2104774" y="2077361"/>
                  <a:pt x="1815431" y="2154436"/>
                </a:cubicBezTo>
                <a:cubicBezTo>
                  <a:pt x="1526088" y="2231511"/>
                  <a:pt x="1377814" y="2103485"/>
                  <a:pt x="1231691" y="2154436"/>
                </a:cubicBezTo>
                <a:cubicBezTo>
                  <a:pt x="1085568" y="2205387"/>
                  <a:pt x="735890" y="2148338"/>
                  <a:pt x="519529" y="2154436"/>
                </a:cubicBezTo>
                <a:cubicBezTo>
                  <a:pt x="303168" y="2160534"/>
                  <a:pt x="134626" y="2112873"/>
                  <a:pt x="0" y="2154436"/>
                </a:cubicBezTo>
                <a:cubicBezTo>
                  <a:pt x="-12459" y="2009389"/>
                  <a:pt x="8153" y="1751256"/>
                  <a:pt x="0" y="1594283"/>
                </a:cubicBezTo>
                <a:cubicBezTo>
                  <a:pt x="-8153" y="1437310"/>
                  <a:pt x="24035" y="1265704"/>
                  <a:pt x="0" y="1012585"/>
                </a:cubicBezTo>
                <a:cubicBezTo>
                  <a:pt x="-24035" y="759466"/>
                  <a:pt x="10576" y="698736"/>
                  <a:pt x="0" y="495520"/>
                </a:cubicBezTo>
                <a:cubicBezTo>
                  <a:pt x="-10576" y="292305"/>
                  <a:pt x="25760" y="99645"/>
                  <a:pt x="0" y="0"/>
                </a:cubicBezTo>
                <a:close/>
              </a:path>
            </a:pathLst>
          </a:custGeom>
          <a:solidFill>
            <a:schemeClr val="bg1">
              <a:lumMod val="95000"/>
            </a:schemeClr>
          </a:solidFill>
          <a:ln>
            <a:solidFill>
              <a:schemeClr val="accent4">
                <a:lumMod val="75000"/>
              </a:schemeClr>
            </a:solidFill>
            <a:extLst>
              <a:ext uri="{C807C97D-BFC1-408E-A445-0C87EB9F89A2}">
                <ask:lineSketchStyleProps xmlns:ask="http://schemas.microsoft.com/office/drawing/2018/sketchyshapes" sd="84744829">
                  <a:prstGeom prst="rect">
                    <a:avLst/>
                  </a:prstGeom>
                  <ask:type>
                    <ask:lineSketchScribble/>
                  </ask:type>
                </ask:lineSketchStyleProps>
              </a:ext>
            </a:extLst>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400" b="1" dirty="0"/>
              <a:t>Brandy’s 22</a:t>
            </a:r>
            <a:r>
              <a:rPr lang="en-US" sz="1400" b="1" baseline="30000" dirty="0"/>
              <a:t>nd</a:t>
            </a:r>
            <a:r>
              <a:rPr lang="en-US" sz="1400" b="1" dirty="0"/>
              <a:t> time step prompt</a:t>
            </a:r>
          </a:p>
          <a:p>
            <a:r>
              <a:rPr lang="en-US" sz="1200" dirty="0"/>
              <a:t>You are Brandy. You are 29 years old. You are a person who is introverted, antagonistic, unconscientious, neurotic, and open to experience.</a:t>
            </a:r>
          </a:p>
          <a:p>
            <a:r>
              <a:rPr lang="en-US" sz="1200" dirty="0"/>
              <a:t>You live in the town of Dewberry Hollow. You have a job and go to the office for work everyday.</a:t>
            </a:r>
          </a:p>
          <a:p>
            <a:r>
              <a:rPr lang="en-US" sz="1200" dirty="0"/>
              <a:t>You has a fever and a cough.</a:t>
            </a:r>
          </a:p>
          <a:p>
            <a:r>
              <a:rPr lang="en-US" sz="1200" dirty="0"/>
              <a:t>You go to work to earn money to support yourself.</a:t>
            </a:r>
          </a:p>
          <a:p>
            <a:r>
              <a:rPr lang="en-US" sz="1200" dirty="0"/>
              <a:t>You know about the </a:t>
            </a:r>
            <a:r>
              <a:rPr lang="en-US" sz="1200" dirty="0" err="1"/>
              <a:t>Catasat</a:t>
            </a:r>
            <a:r>
              <a:rPr lang="en-US" sz="1200" dirty="0"/>
              <a:t> virus spreading across the country. It is an airborne virus causing an infectious disease that spreads from human to human. The deadliness of the virus is unknown. </a:t>
            </a:r>
          </a:p>
          <a:p>
            <a:r>
              <a:rPr lang="en-US" sz="1200" dirty="0"/>
              <a:t>You check the newspaper and finds 0.9% of Dewberry Hollow's population were diagnosed with  new infections of the </a:t>
            </a:r>
            <a:r>
              <a:rPr lang="en-US" sz="1200" dirty="0" err="1"/>
              <a:t>Catasat</a:t>
            </a:r>
            <a:r>
              <a:rPr lang="en-US" sz="1200" dirty="0"/>
              <a:t> virus yesterday.</a:t>
            </a:r>
          </a:p>
          <a:p>
            <a:r>
              <a:rPr lang="en-US" sz="1200" dirty="0"/>
              <a:t>Should you stay at home for the entire day? Please provide your reasoning.</a:t>
            </a:r>
          </a:p>
        </p:txBody>
      </p:sp>
    </p:spTree>
    <p:extLst>
      <p:ext uri="{BB962C8B-B14F-4D97-AF65-F5344CB8AC3E}">
        <p14:creationId xmlns:p14="http://schemas.microsoft.com/office/powerpoint/2010/main" val="10792281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2279</TotalTime>
  <Words>1874</Words>
  <Application>Microsoft Office PowerPoint</Application>
  <PresentationFormat>Widescreen</PresentationFormat>
  <Paragraphs>146</Paragraphs>
  <Slides>9</Slides>
  <Notes>5</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Fig 1</vt:lpstr>
      <vt:lpstr>Fig 2</vt:lpstr>
      <vt:lpstr>Fig 3</vt:lpstr>
      <vt:lpstr>Fig optional about agent?</vt:lpstr>
      <vt:lpstr>PowerPoint Presentation</vt:lpstr>
      <vt:lpstr>PowerPoint Presentation</vt:lpstr>
      <vt:lpstr>PowerPoint Presentation</vt:lpstr>
      <vt:lpstr>Fig sensitivity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 1</dc:title>
  <dc:creator>Williams, Ross</dc:creator>
  <cp:lastModifiedBy>Williams, Ross</cp:lastModifiedBy>
  <cp:revision>6</cp:revision>
  <dcterms:created xsi:type="dcterms:W3CDTF">2024-01-29T18:56:02Z</dcterms:created>
  <dcterms:modified xsi:type="dcterms:W3CDTF">2025-08-13T16:23:15Z</dcterms:modified>
</cp:coreProperties>
</file>