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4F6A"/>
    <a:srgbClr val="A51B1B"/>
    <a:srgbClr val="E4DFE8"/>
    <a:srgbClr val="A9A3AE"/>
    <a:srgbClr val="CEC5D6"/>
    <a:srgbClr val="FFF2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4660"/>
  </p:normalViewPr>
  <p:slideViewPr>
    <p:cSldViewPr snapToGrid="0">
      <p:cViewPr>
        <p:scale>
          <a:sx n="125" d="100"/>
          <a:sy n="125" d="100"/>
        </p:scale>
        <p:origin x="654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557896-BD15-4A19-B869-04948924D090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37E8A4-BAE4-4493-9CE4-7D96F9741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851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37E8A4-BAE4-4493-9CE4-7D96F97414F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739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BB83B-3C01-8E9D-B116-0C020FCB16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BFD646-329E-F5D3-DB72-114573039F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29B26-AED6-836B-6F56-6E4CAB5F0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E4416-16CD-4D26-8635-C65FC4BB9513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FBEBB-7DC3-D7AD-AE05-20952D9E6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D154D-B9F0-FCF3-2422-C35267D68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EAAA8-B880-4894-9D7A-8704C661E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736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DC33A-445B-1B45-2A21-1C4439985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5370F-44F3-570E-1A3D-26C284034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F8457-C503-2F7F-AAA4-BC58F664F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E4416-16CD-4D26-8635-C65FC4BB9513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049E8-6DF9-9FF6-0FEC-8921B42D0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A5448-9699-2AD5-B5F0-592F26144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EAAA8-B880-4894-9D7A-8704C661E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49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E3E99-0A70-8014-F85F-A76E280E0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4584F-CE4A-527B-92A9-847906906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49AE8-4060-4DC7-BCF5-F5EAC11E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E4416-16CD-4D26-8635-C65FC4BB9513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A6EF8-4281-C1A1-AC09-645300687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22AE6-0D00-70AA-E0EA-5B9308473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EAAA8-B880-4894-9D7A-8704C661E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108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71C76-210C-EF35-D2C2-D3B28F546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C69BD-50C1-12ED-7672-35E595BB8B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0A03FE-0332-6D55-D87D-A677D3260F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4A324-B33E-BCC9-79E5-EDC1D4340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E4416-16CD-4D26-8635-C65FC4BB9513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255AD-C600-20FF-8E41-AE28349FB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92BA94-790B-C490-9B36-314E39F2C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EAAA8-B880-4894-9D7A-8704C661E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580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9CD56-F1AB-2155-38E3-DA02074E1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52F51-BFA7-0676-2A49-C052E6E96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E52D1C-36A7-1D1E-4F74-B0F0075E1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159FE4-5CD4-ADB9-260E-373FD29E8C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A4074F-388F-622D-A2BD-6513564E8A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02FED1-1848-72D8-57A9-91A0CAFA7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E4416-16CD-4D26-8635-C65FC4BB9513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02CD91-BB0B-B403-D457-CDF54AEE7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B83748-8CD9-B660-5BCD-F2B3BD99C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EAAA8-B880-4894-9D7A-8704C661E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494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16CE6-8B05-3471-41CF-D271058A5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6A2E2C-26F3-9128-6865-01433689C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E4416-16CD-4D26-8635-C65FC4BB9513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7412CE-4D50-221D-878B-4C3A95C78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D01BF-47ED-629B-6027-8C470F42C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EAAA8-B880-4894-9D7A-8704C661E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765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5405C6-8FAB-D803-52AE-0D3083F9C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E4416-16CD-4D26-8635-C65FC4BB9513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7C7125-5A9D-4676-7687-355BF97B4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61D93-20B0-E7E1-5F96-FB190C669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EAAA8-B880-4894-9D7A-8704C661E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09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15EC6-4A51-1680-8A2A-3586B0702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1F131-7D69-BE56-6011-DD21C61FE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C289DB-2C6E-01B7-9E2C-69E55B3381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3A3EB1-DF32-28C8-A42F-9C3B9DE39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E4416-16CD-4D26-8635-C65FC4BB9513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6A677C-4087-3C5C-64A3-068280DD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DB30E-4EA4-FBF9-B6FE-78BC30E1A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EAAA8-B880-4894-9D7A-8704C661E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341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EED21-4434-391F-4380-299FC424F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D5B133-BBC7-6286-1659-31FDD1B1C6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DB24EE-FC73-4250-4431-9CE2B2287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15400C-CC1F-1A56-101F-4A6C8DF1F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E4416-16CD-4D26-8635-C65FC4BB9513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24420-A581-F443-F81B-2BA6B12A8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728A9-6413-4FA8-F27B-ED9295A4D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EAAA8-B880-4894-9D7A-8704C661E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799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1915-DC70-E1D5-CD6C-768EE90C6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429AD2-3414-7554-09AA-2EF5763E5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5BE36-919D-2D86-5297-959157290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E4416-16CD-4D26-8635-C65FC4BB9513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1851B-8A5E-8299-913B-FF2F16C2B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E3E77-7EBE-2F63-D5BD-14EB9C230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EAAA8-B880-4894-9D7A-8704C661E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917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F7E38E-CCFF-01B5-39C9-DABADF6A06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3792BC-1098-4B5B-9D08-CAC22078CF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A960D-3ACF-FD99-56A6-3F4A052F2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E4416-16CD-4D26-8635-C65FC4BB9513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A9C9D-5E20-8901-C983-0F80F688A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9A708-CF81-B31A-5B64-579EE85F8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EAAA8-B880-4894-9D7A-8704C661E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796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8ECCD1-6A87-52CC-175E-C0540FEBD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3FD96-5000-04C3-3497-0A47816C7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F243E-4016-B30B-E421-A5CAA81722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5E4416-16CD-4D26-8635-C65FC4BB9513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5CC45-3CE8-E872-F1F3-79A4E7689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3E3D4-A202-2B65-A080-983917C4C6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3EAAA8-B880-4894-9D7A-8704C661E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31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jpe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6" name="Group 1205">
            <a:extLst>
              <a:ext uri="{FF2B5EF4-FFF2-40B4-BE49-F238E27FC236}">
                <a16:creationId xmlns:a16="http://schemas.microsoft.com/office/drawing/2014/main" id="{81456BF2-31B3-FBC9-9151-28926FD13C16}"/>
              </a:ext>
            </a:extLst>
          </p:cNvPr>
          <p:cNvGrpSpPr/>
          <p:nvPr/>
        </p:nvGrpSpPr>
        <p:grpSpPr>
          <a:xfrm>
            <a:off x="928392" y="315164"/>
            <a:ext cx="10485825" cy="6191819"/>
            <a:chOff x="646452" y="416288"/>
            <a:chExt cx="10485825" cy="61918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65D6A66-C716-0994-8664-7383DA14AD57}"/>
                </a:ext>
              </a:extLst>
            </p:cNvPr>
            <p:cNvSpPr/>
            <p:nvPr/>
          </p:nvSpPr>
          <p:spPr>
            <a:xfrm>
              <a:off x="891539" y="416289"/>
              <a:ext cx="5751447" cy="700971"/>
            </a:xfrm>
            <a:prstGeom prst="rect">
              <a:avLst/>
            </a:prstGeom>
            <a:solidFill>
              <a:srgbClr val="FFFF99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GAI (Model of Reasoning and Behavior)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3F4D4E2-067C-CB9F-AB2C-71795D10C7EC}"/>
                </a:ext>
              </a:extLst>
            </p:cNvPr>
            <p:cNvSpPr/>
            <p:nvPr/>
          </p:nvSpPr>
          <p:spPr>
            <a:xfrm>
              <a:off x="891540" y="1117261"/>
              <a:ext cx="5751446" cy="5070930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B77C3FA-D0F8-13A4-C653-18627DDB9490}"/>
                </a:ext>
              </a:extLst>
            </p:cNvPr>
            <p:cNvSpPr/>
            <p:nvPr/>
          </p:nvSpPr>
          <p:spPr>
            <a:xfrm>
              <a:off x="1742632" y="1299814"/>
              <a:ext cx="4108977" cy="457912"/>
            </a:xfrm>
            <a:prstGeom prst="rect">
              <a:avLst/>
            </a:prstGeom>
            <a:solidFill>
              <a:srgbClr val="FFF2CC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Large Language Model (ChatGPT)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200156B-1834-CBB1-3D3D-3E76F4D95972}"/>
                </a:ext>
              </a:extLst>
            </p:cNvPr>
            <p:cNvSpPr/>
            <p:nvPr/>
          </p:nvSpPr>
          <p:spPr>
            <a:xfrm>
              <a:off x="7296809" y="416288"/>
              <a:ext cx="3827925" cy="700971"/>
            </a:xfrm>
            <a:prstGeom prst="rect">
              <a:avLst/>
            </a:prstGeom>
            <a:solidFill>
              <a:srgbClr val="FFFF99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ABM (Model of Spread)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F5A48EE-9AE4-277B-5574-FBB2F5A823EA}"/>
                </a:ext>
              </a:extLst>
            </p:cNvPr>
            <p:cNvSpPr/>
            <p:nvPr/>
          </p:nvSpPr>
          <p:spPr>
            <a:xfrm>
              <a:off x="7289248" y="1117259"/>
              <a:ext cx="3843029" cy="5070932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E59E6DA-A327-F0D3-3BBE-9F85A9286B4D}"/>
                </a:ext>
              </a:extLst>
            </p:cNvPr>
            <p:cNvSpPr txBox="1"/>
            <p:nvPr/>
          </p:nvSpPr>
          <p:spPr>
            <a:xfrm>
              <a:off x="3446565" y="5408387"/>
              <a:ext cx="6706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Agent 1</a:t>
              </a:r>
            </a:p>
          </p:txBody>
        </p:sp>
        <p:sp>
          <p:nvSpPr>
            <p:cNvPr id="40" name="AutoShape 12">
              <a:extLst>
                <a:ext uri="{FF2B5EF4-FFF2-40B4-BE49-F238E27FC236}">
                  <a16:creationId xmlns:a16="http://schemas.microsoft.com/office/drawing/2014/main" id="{A46D0AB1-FBCA-4461-28AB-8089BF06D81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43600" y="327660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C2CBBE4A-228B-F130-3940-4E2028F92984}"/>
                </a:ext>
              </a:extLst>
            </p:cNvPr>
            <p:cNvGrpSpPr/>
            <p:nvPr/>
          </p:nvGrpSpPr>
          <p:grpSpPr>
            <a:xfrm>
              <a:off x="7489859" y="1406750"/>
              <a:ext cx="572101" cy="521110"/>
              <a:chOff x="7466999" y="1406750"/>
              <a:chExt cx="572101" cy="521110"/>
            </a:xfrm>
          </p:grpSpPr>
          <p:pic>
            <p:nvPicPr>
              <p:cNvPr id="46" name="Picture 45" descr="A black and white house&#10;&#10;AI-generated content may be incorrect.">
                <a:extLst>
                  <a:ext uri="{FF2B5EF4-FFF2-40B4-BE49-F238E27FC236}">
                    <a16:creationId xmlns:a16="http://schemas.microsoft.com/office/drawing/2014/main" id="{5FB34B63-A608-8705-5A81-A2BBF6AF81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1672" t="18624" r="10958" b="10903"/>
              <a:stretch/>
            </p:blipFill>
            <p:spPr>
              <a:xfrm>
                <a:off x="7466999" y="1406750"/>
                <a:ext cx="572101" cy="521110"/>
              </a:xfrm>
              <a:prstGeom prst="rect">
                <a:avLst/>
              </a:prstGeom>
            </p:spPr>
          </p:pic>
          <p:pic>
            <p:nvPicPr>
              <p:cNvPr id="31" name="Graphic 30" descr="User with solid fill">
                <a:extLst>
                  <a:ext uri="{FF2B5EF4-FFF2-40B4-BE49-F238E27FC236}">
                    <a16:creationId xmlns:a16="http://schemas.microsoft.com/office/drawing/2014/main" id="{F01C4B10-A824-8F43-648A-F7B4A028E7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553147" y="1494652"/>
                <a:ext cx="394514" cy="394514"/>
              </a:xfrm>
              <a:prstGeom prst="rect">
                <a:avLst/>
              </a:prstGeom>
            </p:spPr>
          </p:pic>
        </p:grpSp>
        <p:pic>
          <p:nvPicPr>
            <p:cNvPr id="47" name="Graphic 46" descr="User with solid fill">
              <a:extLst>
                <a:ext uri="{FF2B5EF4-FFF2-40B4-BE49-F238E27FC236}">
                  <a16:creationId xmlns:a16="http://schemas.microsoft.com/office/drawing/2014/main" id="{F2E3A732-E6F6-B0CD-77AF-5BB02E99C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02604" y="1299814"/>
              <a:ext cx="394514" cy="394514"/>
            </a:xfrm>
            <a:prstGeom prst="rect">
              <a:avLst/>
            </a:prstGeom>
          </p:spPr>
        </p:pic>
        <p:pic>
          <p:nvPicPr>
            <p:cNvPr id="48" name="Graphic 47" descr="User with solid fill">
              <a:extLst>
                <a:ext uri="{FF2B5EF4-FFF2-40B4-BE49-F238E27FC236}">
                  <a16:creationId xmlns:a16="http://schemas.microsoft.com/office/drawing/2014/main" id="{704DAC33-55E2-EA74-B57A-CF0D1730E9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950117" y="3930909"/>
              <a:ext cx="394514" cy="394514"/>
            </a:xfrm>
            <a:prstGeom prst="rect">
              <a:avLst/>
            </a:prstGeom>
          </p:spPr>
        </p:pic>
        <p:pic>
          <p:nvPicPr>
            <p:cNvPr id="49" name="Graphic 48" descr="User with solid fill">
              <a:extLst>
                <a:ext uri="{FF2B5EF4-FFF2-40B4-BE49-F238E27FC236}">
                  <a16:creationId xmlns:a16="http://schemas.microsoft.com/office/drawing/2014/main" id="{AD8DCAFE-AE4A-775C-6713-63D2D8BD3AD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403836" y="3562132"/>
              <a:ext cx="394514" cy="394514"/>
            </a:xfrm>
            <a:prstGeom prst="rect">
              <a:avLst/>
            </a:prstGeom>
          </p:spPr>
        </p:pic>
        <p:pic>
          <p:nvPicPr>
            <p:cNvPr id="50" name="Graphic 49" descr="User with solid fill">
              <a:extLst>
                <a:ext uri="{FF2B5EF4-FFF2-40B4-BE49-F238E27FC236}">
                  <a16:creationId xmlns:a16="http://schemas.microsoft.com/office/drawing/2014/main" id="{6D206C27-78E1-0BAD-2F49-E2BF9C1A4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827053" y="3003204"/>
              <a:ext cx="394514" cy="394514"/>
            </a:xfrm>
            <a:prstGeom prst="rect">
              <a:avLst/>
            </a:prstGeom>
          </p:spPr>
        </p:pic>
        <p:pic>
          <p:nvPicPr>
            <p:cNvPr id="51" name="Graphic 50" descr="User with solid fill">
              <a:extLst>
                <a:ext uri="{FF2B5EF4-FFF2-40B4-BE49-F238E27FC236}">
                  <a16:creationId xmlns:a16="http://schemas.microsoft.com/office/drawing/2014/main" id="{CD4F2CF0-9946-0C2D-6ECB-F2FFA85785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669623" y="2050239"/>
              <a:ext cx="394514" cy="394514"/>
            </a:xfrm>
            <a:prstGeom prst="rect">
              <a:avLst/>
            </a:prstGeom>
          </p:spPr>
        </p:pic>
        <p:pic>
          <p:nvPicPr>
            <p:cNvPr id="52" name="Graphic 51" descr="User with solid fill">
              <a:extLst>
                <a:ext uri="{FF2B5EF4-FFF2-40B4-BE49-F238E27FC236}">
                  <a16:creationId xmlns:a16="http://schemas.microsoft.com/office/drawing/2014/main" id="{64A150A8-0F99-8FB1-1B2D-5E03ACD990B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51352" y="4438179"/>
              <a:ext cx="394514" cy="394514"/>
            </a:xfrm>
            <a:prstGeom prst="rect">
              <a:avLst/>
            </a:prstGeom>
          </p:spPr>
        </p:pic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D8A722B1-BCE0-BB15-6B3E-C687798EEBDB}"/>
                </a:ext>
              </a:extLst>
            </p:cNvPr>
            <p:cNvGrpSpPr/>
            <p:nvPr/>
          </p:nvGrpSpPr>
          <p:grpSpPr>
            <a:xfrm>
              <a:off x="7399292" y="2342012"/>
              <a:ext cx="572101" cy="521110"/>
              <a:chOff x="7466999" y="1406750"/>
              <a:chExt cx="572101" cy="521110"/>
            </a:xfrm>
          </p:grpSpPr>
          <p:pic>
            <p:nvPicPr>
              <p:cNvPr id="63" name="Picture 62" descr="A black and white house&#10;&#10;AI-generated content may be incorrect.">
                <a:extLst>
                  <a:ext uri="{FF2B5EF4-FFF2-40B4-BE49-F238E27FC236}">
                    <a16:creationId xmlns:a16="http://schemas.microsoft.com/office/drawing/2014/main" id="{3E725176-61AE-6DA8-2BD2-92241EBEA7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1672" t="18624" r="10958" b="10903"/>
              <a:stretch/>
            </p:blipFill>
            <p:spPr>
              <a:xfrm>
                <a:off x="7466999" y="1406750"/>
                <a:ext cx="572101" cy="521110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1024" name="Graphic 1023" descr="User with solid fill">
                <a:extLst>
                  <a:ext uri="{FF2B5EF4-FFF2-40B4-BE49-F238E27FC236}">
                    <a16:creationId xmlns:a16="http://schemas.microsoft.com/office/drawing/2014/main" id="{00917FB8-99F3-1BBC-EE33-83257055D6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553147" y="1502272"/>
                <a:ext cx="394514" cy="394514"/>
              </a:xfrm>
              <a:prstGeom prst="rect">
                <a:avLst/>
              </a:prstGeom>
            </p:spPr>
          </p:pic>
        </p:grp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6DD0A374-AB1B-3436-F148-70BB81A1810A}"/>
                </a:ext>
              </a:extLst>
            </p:cNvPr>
            <p:cNvGrpSpPr/>
            <p:nvPr/>
          </p:nvGrpSpPr>
          <p:grpSpPr>
            <a:xfrm>
              <a:off x="10376729" y="1873926"/>
              <a:ext cx="572101" cy="521110"/>
              <a:chOff x="7466999" y="1406750"/>
              <a:chExt cx="572101" cy="521110"/>
            </a:xfrm>
          </p:grpSpPr>
          <p:pic>
            <p:nvPicPr>
              <p:cNvPr id="1027" name="Picture 1026" descr="A black and white house&#10;&#10;AI-generated content may be incorrect.">
                <a:extLst>
                  <a:ext uri="{FF2B5EF4-FFF2-40B4-BE49-F238E27FC236}">
                    <a16:creationId xmlns:a16="http://schemas.microsoft.com/office/drawing/2014/main" id="{74A53B65-5A3D-7BB9-9D27-5DD53004BC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1672" t="18624" r="10958" b="10903"/>
              <a:stretch/>
            </p:blipFill>
            <p:spPr>
              <a:xfrm>
                <a:off x="7466999" y="1406750"/>
                <a:ext cx="572101" cy="521110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1029" name="Graphic 1028" descr="User with solid fill">
                <a:extLst>
                  <a:ext uri="{FF2B5EF4-FFF2-40B4-BE49-F238E27FC236}">
                    <a16:creationId xmlns:a16="http://schemas.microsoft.com/office/drawing/2014/main" id="{B9561096-DD71-6E7A-01C1-81AE1FF593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553147" y="1494652"/>
                <a:ext cx="394514" cy="394514"/>
              </a:xfrm>
              <a:prstGeom prst="rect">
                <a:avLst/>
              </a:prstGeom>
            </p:spPr>
          </p:pic>
        </p:grpSp>
        <p:grpSp>
          <p:nvGrpSpPr>
            <p:cNvPr id="1030" name="Group 1029">
              <a:extLst>
                <a:ext uri="{FF2B5EF4-FFF2-40B4-BE49-F238E27FC236}">
                  <a16:creationId xmlns:a16="http://schemas.microsoft.com/office/drawing/2014/main" id="{71879C40-0422-21F8-A316-DCFF60C2F8AC}"/>
                </a:ext>
              </a:extLst>
            </p:cNvPr>
            <p:cNvGrpSpPr/>
            <p:nvPr/>
          </p:nvGrpSpPr>
          <p:grpSpPr>
            <a:xfrm>
              <a:off x="9173200" y="2556644"/>
              <a:ext cx="572101" cy="521110"/>
              <a:chOff x="7466999" y="1406750"/>
              <a:chExt cx="572101" cy="521110"/>
            </a:xfrm>
          </p:grpSpPr>
          <p:pic>
            <p:nvPicPr>
              <p:cNvPr id="1031" name="Picture 1030" descr="A black and white house&#10;&#10;AI-generated content may be incorrect.">
                <a:extLst>
                  <a:ext uri="{FF2B5EF4-FFF2-40B4-BE49-F238E27FC236}">
                    <a16:creationId xmlns:a16="http://schemas.microsoft.com/office/drawing/2014/main" id="{19680FE0-3A82-111E-14F0-55F441BB2C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1672" t="18624" r="10958" b="10903"/>
              <a:stretch/>
            </p:blipFill>
            <p:spPr>
              <a:xfrm>
                <a:off x="7466999" y="1406750"/>
                <a:ext cx="572101" cy="521110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1032" name="Graphic 1031" descr="User with solid fill">
                <a:extLst>
                  <a:ext uri="{FF2B5EF4-FFF2-40B4-BE49-F238E27FC236}">
                    <a16:creationId xmlns:a16="http://schemas.microsoft.com/office/drawing/2014/main" id="{B8103ED5-2720-B33B-F55F-2D0000E875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7553147" y="1494652"/>
                <a:ext cx="394514" cy="394514"/>
              </a:xfrm>
              <a:prstGeom prst="rect">
                <a:avLst/>
              </a:prstGeom>
            </p:spPr>
          </p:pic>
        </p:grpSp>
        <p:grpSp>
          <p:nvGrpSpPr>
            <p:cNvPr id="1033" name="Group 1032">
              <a:extLst>
                <a:ext uri="{FF2B5EF4-FFF2-40B4-BE49-F238E27FC236}">
                  <a16:creationId xmlns:a16="http://schemas.microsoft.com/office/drawing/2014/main" id="{1CD22064-52F4-519A-0103-E4A9A0E2C3B6}"/>
                </a:ext>
              </a:extLst>
            </p:cNvPr>
            <p:cNvGrpSpPr/>
            <p:nvPr/>
          </p:nvGrpSpPr>
          <p:grpSpPr>
            <a:xfrm>
              <a:off x="9882444" y="5468015"/>
              <a:ext cx="572101" cy="521110"/>
              <a:chOff x="7466999" y="1406750"/>
              <a:chExt cx="572101" cy="521110"/>
            </a:xfrm>
          </p:grpSpPr>
          <p:pic>
            <p:nvPicPr>
              <p:cNvPr id="1034" name="Picture 1033" descr="A black and white house&#10;&#10;AI-generated content may be incorrect.">
                <a:extLst>
                  <a:ext uri="{FF2B5EF4-FFF2-40B4-BE49-F238E27FC236}">
                    <a16:creationId xmlns:a16="http://schemas.microsoft.com/office/drawing/2014/main" id="{96317F7F-073B-38D5-D900-1C87908766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1672" t="18624" r="10958" b="10903"/>
              <a:stretch/>
            </p:blipFill>
            <p:spPr>
              <a:xfrm>
                <a:off x="7466999" y="1406750"/>
                <a:ext cx="572101" cy="521110"/>
              </a:xfrm>
              <a:prstGeom prst="rect">
                <a:avLst/>
              </a:prstGeom>
            </p:spPr>
          </p:pic>
          <p:pic>
            <p:nvPicPr>
              <p:cNvPr id="1035" name="Graphic 1034" descr="User with solid fill">
                <a:extLst>
                  <a:ext uri="{FF2B5EF4-FFF2-40B4-BE49-F238E27FC236}">
                    <a16:creationId xmlns:a16="http://schemas.microsoft.com/office/drawing/2014/main" id="{AC6FF8F2-3330-2241-0C0C-710C8AB351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553147" y="1494652"/>
                <a:ext cx="394514" cy="394514"/>
              </a:xfrm>
              <a:prstGeom prst="rect">
                <a:avLst/>
              </a:prstGeom>
            </p:spPr>
          </p:pic>
        </p:grpSp>
        <p:grpSp>
          <p:nvGrpSpPr>
            <p:cNvPr id="1036" name="Group 1035">
              <a:extLst>
                <a:ext uri="{FF2B5EF4-FFF2-40B4-BE49-F238E27FC236}">
                  <a16:creationId xmlns:a16="http://schemas.microsoft.com/office/drawing/2014/main" id="{719CCDA2-BEF6-B624-E535-712993DFE671}"/>
                </a:ext>
              </a:extLst>
            </p:cNvPr>
            <p:cNvGrpSpPr/>
            <p:nvPr/>
          </p:nvGrpSpPr>
          <p:grpSpPr>
            <a:xfrm>
              <a:off x="8936448" y="4872261"/>
              <a:ext cx="572101" cy="521110"/>
              <a:chOff x="7466999" y="1406750"/>
              <a:chExt cx="572101" cy="521110"/>
            </a:xfrm>
          </p:grpSpPr>
          <p:pic>
            <p:nvPicPr>
              <p:cNvPr id="1037" name="Picture 1036" descr="A black and white house&#10;&#10;AI-generated content may be incorrect.">
                <a:extLst>
                  <a:ext uri="{FF2B5EF4-FFF2-40B4-BE49-F238E27FC236}">
                    <a16:creationId xmlns:a16="http://schemas.microsoft.com/office/drawing/2014/main" id="{AC770A7B-FB0D-A917-4E65-BE4554E37A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1672" t="18624" r="10958" b="10903"/>
              <a:stretch/>
            </p:blipFill>
            <p:spPr>
              <a:xfrm>
                <a:off x="7466999" y="1406750"/>
                <a:ext cx="572101" cy="521110"/>
              </a:xfrm>
              <a:prstGeom prst="rect">
                <a:avLst/>
              </a:prstGeom>
            </p:spPr>
          </p:pic>
          <p:pic>
            <p:nvPicPr>
              <p:cNvPr id="1038" name="Graphic 1037" descr="User with solid fill">
                <a:extLst>
                  <a:ext uri="{FF2B5EF4-FFF2-40B4-BE49-F238E27FC236}">
                    <a16:creationId xmlns:a16="http://schemas.microsoft.com/office/drawing/2014/main" id="{AD03B4F6-480B-948E-06ED-EDC5F1A27A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553147" y="1502272"/>
                <a:ext cx="394514" cy="394514"/>
              </a:xfrm>
              <a:prstGeom prst="rect">
                <a:avLst/>
              </a:prstGeom>
            </p:spPr>
          </p:pic>
        </p:grpSp>
        <p:grpSp>
          <p:nvGrpSpPr>
            <p:cNvPr id="1039" name="Group 1038">
              <a:extLst>
                <a:ext uri="{FF2B5EF4-FFF2-40B4-BE49-F238E27FC236}">
                  <a16:creationId xmlns:a16="http://schemas.microsoft.com/office/drawing/2014/main" id="{041F0281-3D4C-6DEC-7747-05C03395FF93}"/>
                </a:ext>
              </a:extLst>
            </p:cNvPr>
            <p:cNvGrpSpPr/>
            <p:nvPr/>
          </p:nvGrpSpPr>
          <p:grpSpPr>
            <a:xfrm>
              <a:off x="7985187" y="5438582"/>
              <a:ext cx="572101" cy="521110"/>
              <a:chOff x="7466999" y="1406750"/>
              <a:chExt cx="572101" cy="521110"/>
            </a:xfrm>
          </p:grpSpPr>
          <p:pic>
            <p:nvPicPr>
              <p:cNvPr id="1040" name="Picture 1039" descr="A black and white house&#10;&#10;AI-generated content may be incorrect.">
                <a:extLst>
                  <a:ext uri="{FF2B5EF4-FFF2-40B4-BE49-F238E27FC236}">
                    <a16:creationId xmlns:a16="http://schemas.microsoft.com/office/drawing/2014/main" id="{36035F9D-94D7-3D1B-1286-14666D01B2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1672" t="18624" r="10958" b="10903"/>
              <a:stretch/>
            </p:blipFill>
            <p:spPr>
              <a:xfrm>
                <a:off x="7466999" y="1406750"/>
                <a:ext cx="572101" cy="521110"/>
              </a:xfrm>
              <a:prstGeom prst="rect">
                <a:avLst/>
              </a:prstGeom>
            </p:spPr>
          </p:pic>
          <p:pic>
            <p:nvPicPr>
              <p:cNvPr id="1041" name="Graphic 1040" descr="User with solid fill">
                <a:extLst>
                  <a:ext uri="{FF2B5EF4-FFF2-40B4-BE49-F238E27FC236}">
                    <a16:creationId xmlns:a16="http://schemas.microsoft.com/office/drawing/2014/main" id="{F8C23E02-26A5-EBEC-0DC1-53D1714D9B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553147" y="1494652"/>
                <a:ext cx="394514" cy="394514"/>
              </a:xfrm>
              <a:prstGeom prst="rect">
                <a:avLst/>
              </a:prstGeom>
            </p:spPr>
          </p:pic>
        </p:grpSp>
        <p:pic>
          <p:nvPicPr>
            <p:cNvPr id="1042" name="Graphic 1041" descr="User with solid fill">
              <a:extLst>
                <a:ext uri="{FF2B5EF4-FFF2-40B4-BE49-F238E27FC236}">
                  <a16:creationId xmlns:a16="http://schemas.microsoft.com/office/drawing/2014/main" id="{831E38E7-3437-A2BD-9E50-B09757680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812065" y="1536525"/>
              <a:ext cx="394514" cy="394514"/>
            </a:xfrm>
            <a:prstGeom prst="rect">
              <a:avLst/>
            </a:prstGeom>
          </p:spPr>
        </p:pic>
        <p:pic>
          <p:nvPicPr>
            <p:cNvPr id="1043" name="Graphic 1042" descr="User with solid fill">
              <a:extLst>
                <a:ext uri="{FF2B5EF4-FFF2-40B4-BE49-F238E27FC236}">
                  <a16:creationId xmlns:a16="http://schemas.microsoft.com/office/drawing/2014/main" id="{601750D3-CE74-E069-A355-DE491198D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206579" y="2570986"/>
              <a:ext cx="394514" cy="394514"/>
            </a:xfrm>
            <a:prstGeom prst="rect">
              <a:avLst/>
            </a:prstGeom>
          </p:spPr>
        </p:pic>
        <p:pic>
          <p:nvPicPr>
            <p:cNvPr id="1044" name="Graphic 1043" descr="User with solid fill">
              <a:extLst>
                <a:ext uri="{FF2B5EF4-FFF2-40B4-BE49-F238E27FC236}">
                  <a16:creationId xmlns:a16="http://schemas.microsoft.com/office/drawing/2014/main" id="{1F164805-F3C8-7ADE-5A44-7CD22DDB7E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421990" y="3591527"/>
              <a:ext cx="394514" cy="394514"/>
            </a:xfrm>
            <a:prstGeom prst="rect">
              <a:avLst/>
            </a:prstGeom>
          </p:spPr>
        </p:pic>
        <p:pic>
          <p:nvPicPr>
            <p:cNvPr id="1045" name="Graphic 1044" descr="User with solid fill">
              <a:extLst>
                <a:ext uri="{FF2B5EF4-FFF2-40B4-BE49-F238E27FC236}">
                  <a16:creationId xmlns:a16="http://schemas.microsoft.com/office/drawing/2014/main" id="{A31FF8EA-0303-022D-E71B-FE8D23E87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564157" y="2812890"/>
              <a:ext cx="394514" cy="394514"/>
            </a:xfrm>
            <a:prstGeom prst="rect">
              <a:avLst/>
            </a:prstGeom>
          </p:spPr>
        </p:pic>
        <p:pic>
          <p:nvPicPr>
            <p:cNvPr id="1046" name="Graphic 1045" descr="User with solid fill">
              <a:extLst>
                <a:ext uri="{FF2B5EF4-FFF2-40B4-BE49-F238E27FC236}">
                  <a16:creationId xmlns:a16="http://schemas.microsoft.com/office/drawing/2014/main" id="{D4126BFD-BB32-3A4C-A70C-AEAA2B9EE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423582" y="3302195"/>
              <a:ext cx="394514" cy="394514"/>
            </a:xfrm>
            <a:prstGeom prst="rect">
              <a:avLst/>
            </a:prstGeom>
          </p:spPr>
        </p:pic>
        <p:pic>
          <p:nvPicPr>
            <p:cNvPr id="1047" name="Graphic 1046" descr="User with solid fill">
              <a:extLst>
                <a:ext uri="{FF2B5EF4-FFF2-40B4-BE49-F238E27FC236}">
                  <a16:creationId xmlns:a16="http://schemas.microsoft.com/office/drawing/2014/main" id="{7F19701D-8288-0C53-19FA-DEE86694A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09991" y="3226910"/>
              <a:ext cx="394514" cy="394514"/>
            </a:xfrm>
            <a:prstGeom prst="rect">
              <a:avLst/>
            </a:prstGeom>
          </p:spPr>
        </p:pic>
        <p:pic>
          <p:nvPicPr>
            <p:cNvPr id="1048" name="Graphic 1047" descr="User with solid fill">
              <a:extLst>
                <a:ext uri="{FF2B5EF4-FFF2-40B4-BE49-F238E27FC236}">
                  <a16:creationId xmlns:a16="http://schemas.microsoft.com/office/drawing/2014/main" id="{EE38A32D-C95C-D821-A6DD-16F942BBBC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384142" y="5501880"/>
              <a:ext cx="394514" cy="394514"/>
            </a:xfrm>
            <a:prstGeom prst="rect">
              <a:avLst/>
            </a:prstGeom>
          </p:spPr>
        </p:pic>
        <p:pic>
          <p:nvPicPr>
            <p:cNvPr id="1049" name="Graphic 1048" descr="User with solid fill">
              <a:extLst>
                <a:ext uri="{FF2B5EF4-FFF2-40B4-BE49-F238E27FC236}">
                  <a16:creationId xmlns:a16="http://schemas.microsoft.com/office/drawing/2014/main" id="{D7AA84CE-DAA4-DA08-CC26-F7E2D32C8B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533572" y="4462668"/>
              <a:ext cx="394514" cy="394514"/>
            </a:xfrm>
            <a:prstGeom prst="rect">
              <a:avLst/>
            </a:prstGeom>
          </p:spPr>
        </p:pic>
        <p:pic>
          <p:nvPicPr>
            <p:cNvPr id="1050" name="Graphic 1049" descr="User with solid fill">
              <a:extLst>
                <a:ext uri="{FF2B5EF4-FFF2-40B4-BE49-F238E27FC236}">
                  <a16:creationId xmlns:a16="http://schemas.microsoft.com/office/drawing/2014/main" id="{FEEAE793-6BE6-23C1-09B9-EDF588C01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147373" y="4961795"/>
              <a:ext cx="394514" cy="394514"/>
            </a:xfrm>
            <a:prstGeom prst="rect">
              <a:avLst/>
            </a:prstGeom>
          </p:spPr>
        </p:pic>
        <p:pic>
          <p:nvPicPr>
            <p:cNvPr id="1051" name="Graphic 1050" descr="User with solid fill">
              <a:extLst>
                <a:ext uri="{FF2B5EF4-FFF2-40B4-BE49-F238E27FC236}">
                  <a16:creationId xmlns:a16="http://schemas.microsoft.com/office/drawing/2014/main" id="{846A494E-F229-15C1-10CB-88B495F6D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710659" y="5624991"/>
              <a:ext cx="394514" cy="394514"/>
            </a:xfrm>
            <a:prstGeom prst="rect">
              <a:avLst/>
            </a:prstGeom>
          </p:spPr>
        </p:pic>
        <p:pic>
          <p:nvPicPr>
            <p:cNvPr id="1052" name="Graphic 1051" descr="User with solid fill">
              <a:extLst>
                <a:ext uri="{FF2B5EF4-FFF2-40B4-BE49-F238E27FC236}">
                  <a16:creationId xmlns:a16="http://schemas.microsoft.com/office/drawing/2014/main" id="{E517AFBC-7089-13C4-F218-11E1C86B0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784981" y="5035797"/>
              <a:ext cx="394514" cy="394514"/>
            </a:xfrm>
            <a:prstGeom prst="rect">
              <a:avLst/>
            </a:prstGeom>
          </p:spPr>
        </p:pic>
        <p:pic>
          <p:nvPicPr>
            <p:cNvPr id="1053" name="Graphic 1052" descr="User with solid fill">
              <a:extLst>
                <a:ext uri="{FF2B5EF4-FFF2-40B4-BE49-F238E27FC236}">
                  <a16:creationId xmlns:a16="http://schemas.microsoft.com/office/drawing/2014/main" id="{BA8C671A-B630-7ED5-E23C-7F2ECB8DD5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386409" y="4344322"/>
              <a:ext cx="394514" cy="394514"/>
            </a:xfrm>
            <a:prstGeom prst="rect">
              <a:avLst/>
            </a:prstGeom>
          </p:spPr>
        </p:pic>
        <p:pic>
          <p:nvPicPr>
            <p:cNvPr id="1054" name="Graphic 1053" descr="User with solid fill">
              <a:extLst>
                <a:ext uri="{FF2B5EF4-FFF2-40B4-BE49-F238E27FC236}">
                  <a16:creationId xmlns:a16="http://schemas.microsoft.com/office/drawing/2014/main" id="{A088A6D4-9DE6-ABDB-FF07-909E338DA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532874" y="4557023"/>
              <a:ext cx="394514" cy="394514"/>
            </a:xfrm>
            <a:prstGeom prst="rect">
              <a:avLst/>
            </a:prstGeom>
          </p:spPr>
        </p:pic>
        <p:pic>
          <p:nvPicPr>
            <p:cNvPr id="1055" name="Graphic 1054" descr="User with solid fill">
              <a:extLst>
                <a:ext uri="{FF2B5EF4-FFF2-40B4-BE49-F238E27FC236}">
                  <a16:creationId xmlns:a16="http://schemas.microsoft.com/office/drawing/2014/main" id="{CC387546-F1AA-6C78-2279-EE565C5AD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203631" y="3869816"/>
              <a:ext cx="394514" cy="394514"/>
            </a:xfrm>
            <a:prstGeom prst="rect">
              <a:avLst/>
            </a:prstGeom>
          </p:spPr>
        </p:pic>
        <p:pic>
          <p:nvPicPr>
            <p:cNvPr id="1056" name="Graphic 1055" descr="User with solid fill">
              <a:extLst>
                <a:ext uri="{FF2B5EF4-FFF2-40B4-BE49-F238E27FC236}">
                  <a16:creationId xmlns:a16="http://schemas.microsoft.com/office/drawing/2014/main" id="{23BC447F-7A4C-5801-D5D8-1B68EFB657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488104" y="1398152"/>
              <a:ext cx="394514" cy="394514"/>
            </a:xfrm>
            <a:prstGeom prst="rect">
              <a:avLst/>
            </a:prstGeom>
          </p:spPr>
        </p:pic>
        <p:pic>
          <p:nvPicPr>
            <p:cNvPr id="1057" name="Graphic 1056" descr="User with solid fill">
              <a:extLst>
                <a:ext uri="{FF2B5EF4-FFF2-40B4-BE49-F238E27FC236}">
                  <a16:creationId xmlns:a16="http://schemas.microsoft.com/office/drawing/2014/main" id="{B6D4A275-4DFF-8799-D80D-00B30AA6A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042204" y="2580748"/>
              <a:ext cx="394514" cy="394514"/>
            </a:xfrm>
            <a:prstGeom prst="rect">
              <a:avLst/>
            </a:prstGeom>
          </p:spPr>
        </p:pic>
        <p:cxnSp>
          <p:nvCxnSpPr>
            <p:cNvPr id="1060" name="Straight Connector 1059">
              <a:extLst>
                <a:ext uri="{FF2B5EF4-FFF2-40B4-BE49-F238E27FC236}">
                  <a16:creationId xmlns:a16="http://schemas.microsoft.com/office/drawing/2014/main" id="{74833195-8728-49AE-990F-F4F0102B52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7810" y="1727361"/>
              <a:ext cx="296112" cy="963578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Straight Connector 1064">
              <a:extLst>
                <a:ext uri="{FF2B5EF4-FFF2-40B4-BE49-F238E27FC236}">
                  <a16:creationId xmlns:a16="http://schemas.microsoft.com/office/drawing/2014/main" id="{4A08F1F7-3F90-A88C-1A01-FAE89AAB79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55283" y="2351312"/>
              <a:ext cx="390452" cy="52160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1066">
              <a:extLst>
                <a:ext uri="{FF2B5EF4-FFF2-40B4-BE49-F238E27FC236}">
                  <a16:creationId xmlns:a16="http://schemas.microsoft.com/office/drawing/2014/main" id="{EF151D58-595B-E4D2-1C66-308EF9D817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68442" y="2885424"/>
              <a:ext cx="316919" cy="16250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9" name="Straight Connector 1068">
              <a:extLst>
                <a:ext uri="{FF2B5EF4-FFF2-40B4-BE49-F238E27FC236}">
                  <a16:creationId xmlns:a16="http://schemas.microsoft.com/office/drawing/2014/main" id="{51A4B28E-AD8D-2B63-2FFA-432BA05297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65821" y="1713439"/>
              <a:ext cx="58289" cy="44736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Straight Connector 1070">
              <a:extLst>
                <a:ext uri="{FF2B5EF4-FFF2-40B4-BE49-F238E27FC236}">
                  <a16:creationId xmlns:a16="http://schemas.microsoft.com/office/drawing/2014/main" id="{E62CD0FF-A5DB-169A-1157-82A1541586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94965" y="1595409"/>
              <a:ext cx="486137" cy="11148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Straight Connector 1072">
              <a:extLst>
                <a:ext uri="{FF2B5EF4-FFF2-40B4-BE49-F238E27FC236}">
                  <a16:creationId xmlns:a16="http://schemas.microsoft.com/office/drawing/2014/main" id="{DB457277-6C88-13EC-FA37-531CCCA620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06019" y="1624946"/>
              <a:ext cx="376425" cy="20096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7" name="Straight Connector 1076">
              <a:extLst>
                <a:ext uri="{FF2B5EF4-FFF2-40B4-BE49-F238E27FC236}">
                  <a16:creationId xmlns:a16="http://schemas.microsoft.com/office/drawing/2014/main" id="{1E1895A7-5CF3-E016-9AE4-A0EFEE2510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33648" y="1873926"/>
              <a:ext cx="252583" cy="75837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9" name="Straight Connector 1078">
              <a:extLst>
                <a:ext uri="{FF2B5EF4-FFF2-40B4-BE49-F238E27FC236}">
                  <a16:creationId xmlns:a16="http://schemas.microsoft.com/office/drawing/2014/main" id="{07571E84-B01E-E029-7259-CAD1924F4A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92824" y="1873926"/>
              <a:ext cx="904119" cy="46188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1" name="Straight Connector 1080">
              <a:extLst>
                <a:ext uri="{FF2B5EF4-FFF2-40B4-BE49-F238E27FC236}">
                  <a16:creationId xmlns:a16="http://schemas.microsoft.com/office/drawing/2014/main" id="{762266A7-D7A3-61C7-96C1-DD52B40752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75977" y="2908327"/>
              <a:ext cx="222136" cy="19110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7" name="Straight Connector 1086">
              <a:extLst>
                <a:ext uri="{FF2B5EF4-FFF2-40B4-BE49-F238E27FC236}">
                  <a16:creationId xmlns:a16="http://schemas.microsoft.com/office/drawing/2014/main" id="{20D9501C-6BB1-5C16-F638-DF39CFBBD2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74224" y="3349072"/>
              <a:ext cx="301716" cy="358628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8" name="Straight Connector 1087">
              <a:extLst>
                <a:ext uri="{FF2B5EF4-FFF2-40B4-BE49-F238E27FC236}">
                  <a16:creationId xmlns:a16="http://schemas.microsoft.com/office/drawing/2014/main" id="{6843A5D0-F2BB-1B3D-D36B-54C4DAB81A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47107" y="3857314"/>
              <a:ext cx="729034" cy="5740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4" name="Straight Connector 1093">
              <a:extLst>
                <a:ext uri="{FF2B5EF4-FFF2-40B4-BE49-F238E27FC236}">
                  <a16:creationId xmlns:a16="http://schemas.microsoft.com/office/drawing/2014/main" id="{C38C857D-C48A-1BF3-E1AF-4029F14674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90806" y="3115458"/>
              <a:ext cx="1006137" cy="134228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6" name="Straight Connector 1095">
              <a:extLst>
                <a:ext uri="{FF2B5EF4-FFF2-40B4-BE49-F238E27FC236}">
                  <a16:creationId xmlns:a16="http://schemas.microsoft.com/office/drawing/2014/main" id="{2C1509D9-9675-E760-DA1A-804266D3E1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18945" y="3149355"/>
              <a:ext cx="737242" cy="54186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8" name="Straight Connector 1097">
              <a:extLst>
                <a:ext uri="{FF2B5EF4-FFF2-40B4-BE49-F238E27FC236}">
                  <a16:creationId xmlns:a16="http://schemas.microsoft.com/office/drawing/2014/main" id="{F39B4B41-FC58-D086-8E4C-9199ACF092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45735" y="3618242"/>
              <a:ext cx="745999" cy="25264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1" name="Straight Connector 1100">
              <a:extLst>
                <a:ext uri="{FF2B5EF4-FFF2-40B4-BE49-F238E27FC236}">
                  <a16:creationId xmlns:a16="http://schemas.microsoft.com/office/drawing/2014/main" id="{F1AD42EE-E19E-A598-16EF-155B86257B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8583" y="3908557"/>
              <a:ext cx="80465" cy="50768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3" name="Straight Connector 1102">
              <a:extLst>
                <a:ext uri="{FF2B5EF4-FFF2-40B4-BE49-F238E27FC236}">
                  <a16:creationId xmlns:a16="http://schemas.microsoft.com/office/drawing/2014/main" id="{5759EE4F-B208-CEAB-0166-FBF125FCD6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5849" y="3886016"/>
              <a:ext cx="2046386" cy="1347038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5" name="Straight Connector 1104">
              <a:extLst>
                <a:ext uri="{FF2B5EF4-FFF2-40B4-BE49-F238E27FC236}">
                  <a16:creationId xmlns:a16="http://schemas.microsoft.com/office/drawing/2014/main" id="{BE2D94CB-8823-1750-CD3A-713D1A85BE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59078" y="5264510"/>
              <a:ext cx="335887" cy="61541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7" name="Straight Connector 1106">
              <a:extLst>
                <a:ext uri="{FF2B5EF4-FFF2-40B4-BE49-F238E27FC236}">
                  <a16:creationId xmlns:a16="http://schemas.microsoft.com/office/drawing/2014/main" id="{43038956-6028-23F1-D122-AA61520DE9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8033" y="5333526"/>
              <a:ext cx="817927" cy="59665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9" name="Straight Connector 1108">
              <a:extLst>
                <a:ext uri="{FF2B5EF4-FFF2-40B4-BE49-F238E27FC236}">
                  <a16:creationId xmlns:a16="http://schemas.microsoft.com/office/drawing/2014/main" id="{FC28ACE9-22FF-C20D-27AE-50E83A437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853" y="4261143"/>
              <a:ext cx="690642" cy="86903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2" name="Straight Connector 1111">
              <a:extLst>
                <a:ext uri="{FF2B5EF4-FFF2-40B4-BE49-F238E27FC236}">
                  <a16:creationId xmlns:a16="http://schemas.microsoft.com/office/drawing/2014/main" id="{F4E35EF7-BE79-51BD-F82D-054BEC1A07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0131" y="5259072"/>
              <a:ext cx="555653" cy="48719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4" name="Straight Connector 1113">
              <a:extLst>
                <a:ext uri="{FF2B5EF4-FFF2-40B4-BE49-F238E27FC236}">
                  <a16:creationId xmlns:a16="http://schemas.microsoft.com/office/drawing/2014/main" id="{4AF225EF-83CF-A3F8-5E07-4FB2F6EAF1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07118" y="4897556"/>
              <a:ext cx="219903" cy="29055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6" name="Straight Connector 1115">
              <a:extLst>
                <a:ext uri="{FF2B5EF4-FFF2-40B4-BE49-F238E27FC236}">
                  <a16:creationId xmlns:a16="http://schemas.microsoft.com/office/drawing/2014/main" id="{522FA96C-F046-0FE2-2827-7BDADF9FD941}"/>
                </a:ext>
              </a:extLst>
            </p:cNvPr>
            <p:cNvCxnSpPr>
              <a:cxnSpLocks/>
            </p:cNvCxnSpPr>
            <p:nvPr/>
          </p:nvCxnSpPr>
          <p:spPr>
            <a:xfrm>
              <a:off x="8742108" y="3641623"/>
              <a:ext cx="343798" cy="394448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7" name="Straight Connector 1116">
              <a:extLst>
                <a:ext uri="{FF2B5EF4-FFF2-40B4-BE49-F238E27FC236}">
                  <a16:creationId xmlns:a16="http://schemas.microsoft.com/office/drawing/2014/main" id="{1C7020EC-2ADD-B8CF-E522-49DE6E513E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49015" y="4623238"/>
              <a:ext cx="1605531" cy="21893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1" name="Straight Connector 1120">
              <a:extLst>
                <a:ext uri="{FF2B5EF4-FFF2-40B4-BE49-F238E27FC236}">
                  <a16:creationId xmlns:a16="http://schemas.microsoft.com/office/drawing/2014/main" id="{376502CD-A1A2-0459-8DF1-EA4082359B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58161" y="4793222"/>
              <a:ext cx="61916" cy="76612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3" name="Straight Connector 1122">
              <a:extLst>
                <a:ext uri="{FF2B5EF4-FFF2-40B4-BE49-F238E27FC236}">
                  <a16:creationId xmlns:a16="http://schemas.microsoft.com/office/drawing/2014/main" id="{AB2CC664-584C-4FB5-BC43-7FB8F56B2FD5}"/>
                </a:ext>
              </a:extLst>
            </p:cNvPr>
            <p:cNvCxnSpPr>
              <a:cxnSpLocks/>
            </p:cNvCxnSpPr>
            <p:nvPr/>
          </p:nvCxnSpPr>
          <p:spPr>
            <a:xfrm>
              <a:off x="7710561" y="3562132"/>
              <a:ext cx="0" cy="98756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6" name="Straight Connector 1125">
              <a:extLst>
                <a:ext uri="{FF2B5EF4-FFF2-40B4-BE49-F238E27FC236}">
                  <a16:creationId xmlns:a16="http://schemas.microsoft.com/office/drawing/2014/main" id="{6C8A3055-03B0-240D-5978-9D576E59AF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32403" y="3492846"/>
              <a:ext cx="569858" cy="11110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8" name="Straight Connector 1127">
              <a:extLst>
                <a:ext uri="{FF2B5EF4-FFF2-40B4-BE49-F238E27FC236}">
                  <a16:creationId xmlns:a16="http://schemas.microsoft.com/office/drawing/2014/main" id="{DC42D689-5D0B-6C07-CB80-7127B16BAF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49288" y="3641623"/>
              <a:ext cx="70570" cy="30079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2" name="Straight Connector 1131">
              <a:extLst>
                <a:ext uri="{FF2B5EF4-FFF2-40B4-BE49-F238E27FC236}">
                  <a16:creationId xmlns:a16="http://schemas.microsoft.com/office/drawing/2014/main" id="{3DB16805-B476-5EAF-AB14-796C3882C9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89154" y="4208286"/>
              <a:ext cx="474720" cy="33448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4" name="Straight Connector 1133">
              <a:extLst>
                <a:ext uri="{FF2B5EF4-FFF2-40B4-BE49-F238E27FC236}">
                  <a16:creationId xmlns:a16="http://schemas.microsoft.com/office/drawing/2014/main" id="{AD88EB81-02F3-E5DA-7AE8-7B00A768E9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78169" y="4206388"/>
              <a:ext cx="62233" cy="29634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6" name="Straight Connector 1135">
              <a:extLst>
                <a:ext uri="{FF2B5EF4-FFF2-40B4-BE49-F238E27FC236}">
                  <a16:creationId xmlns:a16="http://schemas.microsoft.com/office/drawing/2014/main" id="{B50D1CA3-7DDA-1D09-CFB2-03F6BC84D730}"/>
                </a:ext>
              </a:extLst>
            </p:cNvPr>
            <p:cNvCxnSpPr>
              <a:cxnSpLocks/>
            </p:cNvCxnSpPr>
            <p:nvPr/>
          </p:nvCxnSpPr>
          <p:spPr>
            <a:xfrm>
              <a:off x="8496115" y="4194770"/>
              <a:ext cx="208915" cy="4291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8" name="Straight Connector 1137">
              <a:extLst>
                <a:ext uri="{FF2B5EF4-FFF2-40B4-BE49-F238E27FC236}">
                  <a16:creationId xmlns:a16="http://schemas.microsoft.com/office/drawing/2014/main" id="{45799535-90EE-BB4B-6F5B-FDF1096814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13862" y="4264330"/>
              <a:ext cx="709874" cy="32346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0" name="Straight Connector 1139">
              <a:extLst>
                <a:ext uri="{FF2B5EF4-FFF2-40B4-BE49-F238E27FC236}">
                  <a16:creationId xmlns:a16="http://schemas.microsoft.com/office/drawing/2014/main" id="{873C40F8-E76B-EE8E-F5EB-2A73050C53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81102" y="4238602"/>
              <a:ext cx="1237483" cy="22272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402DD8-ACCA-022B-2D9B-45A14455416A}"/>
                </a:ext>
              </a:extLst>
            </p:cNvPr>
            <p:cNvSpPr/>
            <p:nvPr/>
          </p:nvSpPr>
          <p:spPr>
            <a:xfrm>
              <a:off x="4496550" y="2716684"/>
              <a:ext cx="781848" cy="151257"/>
            </a:xfrm>
            <a:prstGeom prst="rect">
              <a:avLst/>
            </a:prstGeom>
            <a:noFill/>
            <a:ln w="31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API Calls</a:t>
              </a:r>
            </a:p>
          </p:txBody>
        </p:sp>
        <p:cxnSp>
          <p:nvCxnSpPr>
            <p:cNvPr id="1144" name="Straight Arrow Connector 1143">
              <a:extLst>
                <a:ext uri="{FF2B5EF4-FFF2-40B4-BE49-F238E27FC236}">
                  <a16:creationId xmlns:a16="http://schemas.microsoft.com/office/drawing/2014/main" id="{66706583-9D85-3273-3006-DF7121084578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>
              <a:off x="6489069" y="3140470"/>
              <a:ext cx="80774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82" name="Group 1181">
              <a:extLst>
                <a:ext uri="{FF2B5EF4-FFF2-40B4-BE49-F238E27FC236}">
                  <a16:creationId xmlns:a16="http://schemas.microsoft.com/office/drawing/2014/main" id="{66E1AFDC-60A4-4E18-2029-298706A72C66}"/>
                </a:ext>
              </a:extLst>
            </p:cNvPr>
            <p:cNvGrpSpPr/>
            <p:nvPr/>
          </p:nvGrpSpPr>
          <p:grpSpPr>
            <a:xfrm>
              <a:off x="646452" y="2053677"/>
              <a:ext cx="6645179" cy="4073514"/>
              <a:chOff x="646452" y="1901277"/>
              <a:chExt cx="6645179" cy="4073514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5446920-0353-FC31-7B9A-C9A8DA0FFF82}"/>
                  </a:ext>
                </a:extLst>
              </p:cNvPr>
              <p:cNvSpPr/>
              <p:nvPr/>
            </p:nvSpPr>
            <p:spPr>
              <a:xfrm>
                <a:off x="1453877" y="2202638"/>
                <a:ext cx="4108977" cy="3716225"/>
              </a:xfrm>
              <a:prstGeom prst="rect">
                <a:avLst/>
              </a:prstGeom>
              <a:solidFill>
                <a:srgbClr val="E4DFE8">
                  <a:alpha val="80000"/>
                </a:srgbClr>
              </a:solidFill>
              <a:ln w="12700">
                <a:solidFill>
                  <a:srgbClr val="A9A3A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952AAD0-749F-3DBA-6423-D94623BFB71B}"/>
                  </a:ext>
                </a:extLst>
              </p:cNvPr>
              <p:cNvSpPr/>
              <p:nvPr/>
            </p:nvSpPr>
            <p:spPr>
              <a:xfrm>
                <a:off x="1606277" y="2050239"/>
                <a:ext cx="4108977" cy="3716225"/>
              </a:xfrm>
              <a:prstGeom prst="rect">
                <a:avLst/>
              </a:prstGeom>
              <a:solidFill>
                <a:srgbClr val="CEC5D6">
                  <a:alpha val="80000"/>
                </a:srgbClr>
              </a:solidFill>
              <a:ln w="12700">
                <a:solidFill>
                  <a:srgbClr val="A9A3A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C1D386C-9922-C6B7-63C5-7265F19D8580}"/>
                  </a:ext>
                </a:extLst>
              </p:cNvPr>
              <p:cNvSpPr txBox="1"/>
              <p:nvPr/>
            </p:nvSpPr>
            <p:spPr>
              <a:xfrm>
                <a:off x="3317024" y="5568407"/>
                <a:ext cx="67062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Agent 2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0ADC01A-8906-18F6-611D-FB7D3EDF6F01}"/>
                  </a:ext>
                </a:extLst>
              </p:cNvPr>
              <p:cNvSpPr txBox="1"/>
              <p:nvPr/>
            </p:nvSpPr>
            <p:spPr>
              <a:xfrm>
                <a:off x="3073184" y="5728570"/>
                <a:ext cx="67062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Agent N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9A1BC1C-9951-9173-299F-A784D86117E9}"/>
                  </a:ext>
                </a:extLst>
              </p:cNvPr>
              <p:cNvSpPr/>
              <p:nvPr/>
            </p:nvSpPr>
            <p:spPr>
              <a:xfrm>
                <a:off x="1760314" y="1901277"/>
                <a:ext cx="4108977" cy="371622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058" name="Picture 2" descr="Emisfero Cerebrale&quot; Images – Browse 6 Stock Photos, Vectors, and Video | Adobe Stock">
                <a:extLst>
                  <a:ext uri="{FF2B5EF4-FFF2-40B4-BE49-F238E27FC236}">
                    <a16:creationId xmlns:a16="http://schemas.microsoft.com/office/drawing/2014/main" id="{0C48041A-5C44-68B1-F737-2282F16D2D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3517851" y="3105069"/>
                <a:ext cx="2125381" cy="20170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" name="Arrow: Pentagon 19">
                <a:extLst>
                  <a:ext uri="{FF2B5EF4-FFF2-40B4-BE49-F238E27FC236}">
                    <a16:creationId xmlns:a16="http://schemas.microsoft.com/office/drawing/2014/main" id="{BD030BFC-B57A-BC54-1D8E-99D8F4865BF0}"/>
                  </a:ext>
                </a:extLst>
              </p:cNvPr>
              <p:cNvSpPr/>
              <p:nvPr/>
            </p:nvSpPr>
            <p:spPr>
              <a:xfrm>
                <a:off x="646453" y="4560809"/>
                <a:ext cx="2540414" cy="615474"/>
              </a:xfrm>
              <a:prstGeom prst="homePlate">
                <a:avLst>
                  <a:gd name="adj" fmla="val 8992"/>
                </a:avLst>
              </a:prstGeom>
              <a:solidFill>
                <a:srgbClr val="FFF2CC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Environmental Information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- Knows about virus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- Aware of daily new cases</a:t>
                </a:r>
              </a:p>
            </p:txBody>
          </p:sp>
          <p:sp>
            <p:nvSpPr>
              <p:cNvPr id="19" name="Arrow: Pentagon 18">
                <a:extLst>
                  <a:ext uri="{FF2B5EF4-FFF2-40B4-BE49-F238E27FC236}">
                    <a16:creationId xmlns:a16="http://schemas.microsoft.com/office/drawing/2014/main" id="{C1054936-7FB2-EAA5-D865-15B41AEFC53A}"/>
                  </a:ext>
                </a:extLst>
              </p:cNvPr>
              <p:cNvSpPr/>
              <p:nvPr/>
            </p:nvSpPr>
            <p:spPr>
              <a:xfrm>
                <a:off x="646452" y="3528384"/>
                <a:ext cx="2540415" cy="865339"/>
              </a:xfrm>
              <a:prstGeom prst="homePlate">
                <a:avLst>
                  <a:gd name="adj" fmla="val 8992"/>
                </a:avLst>
              </a:prstGeom>
              <a:solidFill>
                <a:srgbClr val="FFF2CC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Health Information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- Feels normal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- Has a slight cough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- Has a fever</a:t>
                </a:r>
              </a:p>
            </p:txBody>
          </p:sp>
          <p:sp>
            <p:nvSpPr>
              <p:cNvPr id="18" name="Arrow: Pentagon 17">
                <a:extLst>
                  <a:ext uri="{FF2B5EF4-FFF2-40B4-BE49-F238E27FC236}">
                    <a16:creationId xmlns:a16="http://schemas.microsoft.com/office/drawing/2014/main" id="{C4F44201-008C-D942-8E42-BA2327AD008F}"/>
                  </a:ext>
                </a:extLst>
              </p:cNvPr>
              <p:cNvSpPr/>
              <p:nvPr/>
            </p:nvSpPr>
            <p:spPr>
              <a:xfrm>
                <a:off x="1818223" y="1978359"/>
                <a:ext cx="2296634" cy="1208336"/>
              </a:xfrm>
              <a:prstGeom prst="homePlate">
                <a:avLst>
                  <a:gd name="adj" fmla="val 8992"/>
                </a:avLst>
              </a:prstGeom>
              <a:solidFill>
                <a:srgbClr val="FFF2CC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Personal Information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 Name, age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 Personality traits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 Resides in Dewberry Hollow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 Job status</a:t>
                </a:r>
              </a:p>
            </p:txBody>
          </p:sp>
          <p:sp>
            <p:nvSpPr>
              <p:cNvPr id="21" name="Arrow: Pentagon 20">
                <a:extLst>
                  <a:ext uri="{FF2B5EF4-FFF2-40B4-BE49-F238E27FC236}">
                    <a16:creationId xmlns:a16="http://schemas.microsoft.com/office/drawing/2014/main" id="{5E3D8644-20EB-B8EA-AA1A-E8D73A536822}"/>
                  </a:ext>
                </a:extLst>
              </p:cNvPr>
              <p:cNvSpPr/>
              <p:nvPr/>
            </p:nvSpPr>
            <p:spPr>
              <a:xfrm>
                <a:off x="5482184" y="2680333"/>
                <a:ext cx="1006885" cy="615474"/>
              </a:xfrm>
              <a:prstGeom prst="homePlate">
                <a:avLst>
                  <a:gd name="adj" fmla="val 8992"/>
                </a:avLst>
              </a:prstGeom>
              <a:solidFill>
                <a:srgbClr val="FFF2CC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Decision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Reasoning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Response</a:t>
                </a:r>
              </a:p>
            </p:txBody>
          </p:sp>
          <p:cxnSp>
            <p:nvCxnSpPr>
              <p:cNvPr id="1148" name="Straight Arrow Connector 1147">
                <a:extLst>
                  <a:ext uri="{FF2B5EF4-FFF2-40B4-BE49-F238E27FC236}">
                    <a16:creationId xmlns:a16="http://schemas.microsoft.com/office/drawing/2014/main" id="{9F0B0B13-E716-B166-2571-8C5F7086AB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1609" y="5104903"/>
                <a:ext cx="14223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ot"/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5" name="Straight Arrow Connector 1154">
                <a:extLst>
                  <a:ext uri="{FF2B5EF4-FFF2-40B4-BE49-F238E27FC236}">
                    <a16:creationId xmlns:a16="http://schemas.microsoft.com/office/drawing/2014/main" id="{F9BC4842-30DC-51DC-1401-43D39B6AC9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1609" y="5501143"/>
                <a:ext cx="14223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ot"/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6" name="Straight Arrow Connector 1155">
                <a:extLst>
                  <a:ext uri="{FF2B5EF4-FFF2-40B4-BE49-F238E27FC236}">
                    <a16:creationId xmlns:a16="http://schemas.microsoft.com/office/drawing/2014/main" id="{CF10819C-B7C5-D63A-DCBF-D21B25CE4B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1609" y="4701094"/>
                <a:ext cx="14223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ot"/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7" name="Straight Arrow Connector 1156">
                <a:extLst>
                  <a:ext uri="{FF2B5EF4-FFF2-40B4-BE49-F238E27FC236}">
                    <a16:creationId xmlns:a16="http://schemas.microsoft.com/office/drawing/2014/main" id="{BC4C02D8-89DF-B474-7906-AB4A190095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69291" y="3871786"/>
                <a:ext cx="14223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ot"/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8" name="Straight Arrow Connector 1157">
                <a:extLst>
                  <a:ext uri="{FF2B5EF4-FFF2-40B4-BE49-F238E27FC236}">
                    <a16:creationId xmlns:a16="http://schemas.microsoft.com/office/drawing/2014/main" id="{695C6B38-7FFB-19A3-835C-BB46539E51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69291" y="4268026"/>
                <a:ext cx="14223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ot"/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9" name="Straight Arrow Connector 1158">
                <a:extLst>
                  <a:ext uri="{FF2B5EF4-FFF2-40B4-BE49-F238E27FC236}">
                    <a16:creationId xmlns:a16="http://schemas.microsoft.com/office/drawing/2014/main" id="{D5E762BD-A10E-008C-CBF0-0D041D31E3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69291" y="3467977"/>
                <a:ext cx="14223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ot"/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0" name="Straight Arrow Connector 1159">
                <a:extLst>
                  <a:ext uri="{FF2B5EF4-FFF2-40B4-BE49-F238E27FC236}">
                    <a16:creationId xmlns:a16="http://schemas.microsoft.com/office/drawing/2014/main" id="{D480D0FA-4A89-E097-C00A-C120AB57F9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9229" y="2540142"/>
                <a:ext cx="14223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ot"/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1" name="Straight Arrow Connector 1160">
                <a:extLst>
                  <a:ext uri="{FF2B5EF4-FFF2-40B4-BE49-F238E27FC236}">
                    <a16:creationId xmlns:a16="http://schemas.microsoft.com/office/drawing/2014/main" id="{E677F299-927A-5D83-0B09-64C927103D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9229" y="2136333"/>
                <a:ext cx="14223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ot"/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70" name="Connector: Elbow 1169">
              <a:extLst>
                <a:ext uri="{FF2B5EF4-FFF2-40B4-BE49-F238E27FC236}">
                  <a16:creationId xmlns:a16="http://schemas.microsoft.com/office/drawing/2014/main" id="{3A978FEB-F46B-933F-C08E-F834F38CAA1D}"/>
                </a:ext>
              </a:extLst>
            </p:cNvPr>
            <p:cNvCxnSpPr>
              <a:stCxn id="17" idx="2"/>
              <a:endCxn id="20" idx="1"/>
            </p:cNvCxnSpPr>
            <p:nvPr/>
          </p:nvCxnSpPr>
          <p:spPr>
            <a:xfrm rot="5400000" flipH="1">
              <a:off x="4344985" y="1322414"/>
              <a:ext cx="1167245" cy="8564310"/>
            </a:xfrm>
            <a:prstGeom prst="bentConnector4">
              <a:avLst>
                <a:gd name="adj1" fmla="val -36885"/>
                <a:gd name="adj2" fmla="val 105516"/>
              </a:avLst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72" name="TextBox 1171">
              <a:extLst>
                <a:ext uri="{FF2B5EF4-FFF2-40B4-BE49-F238E27FC236}">
                  <a16:creationId xmlns:a16="http://schemas.microsoft.com/office/drawing/2014/main" id="{80177B6E-125F-E7CB-6179-A3095FA2F070}"/>
                </a:ext>
              </a:extLst>
            </p:cNvPr>
            <p:cNvSpPr txBox="1"/>
            <p:nvPr/>
          </p:nvSpPr>
          <p:spPr>
            <a:xfrm>
              <a:off x="3924300" y="6300330"/>
              <a:ext cx="242544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Information Feedback</a:t>
              </a:r>
            </a:p>
          </p:txBody>
        </p:sp>
        <p:cxnSp>
          <p:nvCxnSpPr>
            <p:cNvPr id="1175" name="Connector: Elbow 1174">
              <a:extLst>
                <a:ext uri="{FF2B5EF4-FFF2-40B4-BE49-F238E27FC236}">
                  <a16:creationId xmlns:a16="http://schemas.microsoft.com/office/drawing/2014/main" id="{E6218464-F9C3-CA45-1509-E1B3FD4185ED}"/>
                </a:ext>
              </a:extLst>
            </p:cNvPr>
            <p:cNvCxnSpPr>
              <a:stCxn id="17" idx="2"/>
              <a:endCxn id="19" idx="1"/>
            </p:cNvCxnSpPr>
            <p:nvPr/>
          </p:nvCxnSpPr>
          <p:spPr>
            <a:xfrm rot="5400000" flipH="1">
              <a:off x="3891239" y="868668"/>
              <a:ext cx="2074737" cy="8564311"/>
            </a:xfrm>
            <a:prstGeom prst="bentConnector4">
              <a:avLst>
                <a:gd name="adj1" fmla="val -20934"/>
                <a:gd name="adj2" fmla="val 105516"/>
              </a:avLst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3" name="TextBox 1182">
              <a:extLst>
                <a:ext uri="{FF2B5EF4-FFF2-40B4-BE49-F238E27FC236}">
                  <a16:creationId xmlns:a16="http://schemas.microsoft.com/office/drawing/2014/main" id="{CE8D574E-DA9C-9750-FD70-D0AE150A549A}"/>
                </a:ext>
              </a:extLst>
            </p:cNvPr>
            <p:cNvSpPr txBox="1"/>
            <p:nvPr/>
          </p:nvSpPr>
          <p:spPr>
            <a:xfrm>
              <a:off x="3560806" y="5551670"/>
              <a:ext cx="6706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Agent 1</a:t>
              </a:r>
            </a:p>
          </p:txBody>
        </p:sp>
        <p:sp>
          <p:nvSpPr>
            <p:cNvPr id="1184" name="Rectangle 1183">
              <a:extLst>
                <a:ext uri="{FF2B5EF4-FFF2-40B4-BE49-F238E27FC236}">
                  <a16:creationId xmlns:a16="http://schemas.microsoft.com/office/drawing/2014/main" id="{B6402DD8-ACCA-022B-2D9B-45A14455416A}"/>
                </a:ext>
              </a:extLst>
            </p:cNvPr>
            <p:cNvSpPr/>
            <p:nvPr/>
          </p:nvSpPr>
          <p:spPr>
            <a:xfrm>
              <a:off x="4393175" y="2642074"/>
              <a:ext cx="781848" cy="151257"/>
            </a:xfrm>
            <a:prstGeom prst="rect">
              <a:avLst/>
            </a:prstGeom>
            <a:noFill/>
            <a:ln w="31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API Calls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3049CA9-E802-1455-E05D-8E0EA0F3DB33}"/>
                </a:ext>
              </a:extLst>
            </p:cNvPr>
            <p:cNvCxnSpPr>
              <a:cxnSpLocks/>
              <a:stCxn id="1184" idx="0"/>
            </p:cNvCxnSpPr>
            <p:nvPr/>
          </p:nvCxnSpPr>
          <p:spPr>
            <a:xfrm flipV="1">
              <a:off x="4784099" y="1757726"/>
              <a:ext cx="0" cy="88434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87" name="Straight Arrow Connector 1186">
              <a:extLst>
                <a:ext uri="{FF2B5EF4-FFF2-40B4-BE49-F238E27FC236}">
                  <a16:creationId xmlns:a16="http://schemas.microsoft.com/office/drawing/2014/main" id="{2BD71C62-A088-9291-1AF9-8B74A292CEB6}"/>
                </a:ext>
              </a:extLst>
            </p:cNvPr>
            <p:cNvCxnSpPr>
              <a:cxnSpLocks/>
              <a:stCxn id="1184" idx="2"/>
            </p:cNvCxnSpPr>
            <p:nvPr/>
          </p:nvCxnSpPr>
          <p:spPr>
            <a:xfrm>
              <a:off x="4784099" y="2793331"/>
              <a:ext cx="0" cy="88696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90" name="Straight Arrow Connector 1189">
              <a:extLst>
                <a:ext uri="{FF2B5EF4-FFF2-40B4-BE49-F238E27FC236}">
                  <a16:creationId xmlns:a16="http://schemas.microsoft.com/office/drawing/2014/main" id="{55CF0DAE-F109-757A-E3E1-F91E4CEC06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7380" y="1757726"/>
              <a:ext cx="0" cy="292513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ot"/>
              <a:headEnd type="stealt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3" name="Straight Arrow Connector 1192">
              <a:extLst>
                <a:ext uri="{FF2B5EF4-FFF2-40B4-BE49-F238E27FC236}">
                  <a16:creationId xmlns:a16="http://schemas.microsoft.com/office/drawing/2014/main" id="{D9BA6DEE-76F7-8846-4A6B-65EDF539A7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8398" y="1757726"/>
              <a:ext cx="0" cy="292513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ot"/>
              <a:headEnd type="stealt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4" name="Straight Arrow Connector 1193">
              <a:extLst>
                <a:ext uri="{FF2B5EF4-FFF2-40B4-BE49-F238E27FC236}">
                  <a16:creationId xmlns:a16="http://schemas.microsoft.com/office/drawing/2014/main" id="{EB9B263C-5438-4699-A391-C8900D0625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3880" y="1765346"/>
              <a:ext cx="0" cy="292513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ot"/>
              <a:headEnd type="stealt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5" name="Straight Arrow Connector 1194">
              <a:extLst>
                <a:ext uri="{FF2B5EF4-FFF2-40B4-BE49-F238E27FC236}">
                  <a16:creationId xmlns:a16="http://schemas.microsoft.com/office/drawing/2014/main" id="{FA1F0874-5D17-BDCB-07E7-2F44749B78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4300" y="1765346"/>
              <a:ext cx="0" cy="292513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ot"/>
              <a:headEnd type="stealt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6" name="Straight Arrow Connector 1195">
              <a:extLst>
                <a:ext uri="{FF2B5EF4-FFF2-40B4-BE49-F238E27FC236}">
                  <a16:creationId xmlns:a16="http://schemas.microsoft.com/office/drawing/2014/main" id="{EB3F9CF0-F0FD-AD65-F52F-C1D6738F8B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1585" y="1757726"/>
              <a:ext cx="0" cy="292513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ot"/>
              <a:headEnd type="stealt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0" name="Straight Arrow Connector 1199">
              <a:extLst>
                <a:ext uri="{FF2B5EF4-FFF2-40B4-BE49-F238E27FC236}">
                  <a16:creationId xmlns:a16="http://schemas.microsoft.com/office/drawing/2014/main" id="{61E7AE1C-B709-E044-B7B9-1C3AFA1C8B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03220" y="1765346"/>
              <a:ext cx="0" cy="292513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ot"/>
              <a:headEnd type="stealt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1" name="Straight Arrow Connector 1200">
              <a:extLst>
                <a:ext uri="{FF2B5EF4-FFF2-40B4-BE49-F238E27FC236}">
                  <a16:creationId xmlns:a16="http://schemas.microsoft.com/office/drawing/2014/main" id="{54729F8B-1544-C24A-D208-47087BC5C6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3640" y="1765346"/>
              <a:ext cx="0" cy="292513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ot"/>
              <a:headEnd type="stealt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2" name="Straight Arrow Connector 1201">
              <a:extLst>
                <a:ext uri="{FF2B5EF4-FFF2-40B4-BE49-F238E27FC236}">
                  <a16:creationId xmlns:a16="http://schemas.microsoft.com/office/drawing/2014/main" id="{8542B9A0-CB02-9141-987D-520C472F93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60925" y="1757726"/>
              <a:ext cx="0" cy="292513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ot"/>
              <a:headEnd type="stealt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01888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88</Words>
  <Application>Microsoft Office PowerPoint</Application>
  <PresentationFormat>Widescreen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Williams, Ross</dc:creator>
  <cp:lastModifiedBy>Williams, Ross</cp:lastModifiedBy>
  <cp:revision>3</cp:revision>
  <dcterms:created xsi:type="dcterms:W3CDTF">2025-04-07T15:04:17Z</dcterms:created>
  <dcterms:modified xsi:type="dcterms:W3CDTF">2025-04-07T18:24:52Z</dcterms:modified>
</cp:coreProperties>
</file>